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2.png" ContentType="image/png"/>
  <Override PartName="/ppt/media/image21.jpeg" ContentType="image/jpeg"/>
  <Override PartName="/ppt/media/image29.png" ContentType="image/png"/>
  <Override PartName="/ppt/media/image4.png" ContentType="image/png"/>
  <Override PartName="/ppt/media/image27.png" ContentType="image/png"/>
  <Override PartName="/ppt/media/image13.jpeg" ContentType="image/jpeg"/>
  <Override PartName="/ppt/media/image23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jpeg" ContentType="image/jpeg"/>
  <Override PartName="/ppt/media/image17.png" ContentType="image/png"/>
  <Override PartName="/ppt/media/image18.png" ContentType="image/png"/>
  <Override PartName="/ppt/media/image20.png" ContentType="image/png"/>
  <Override PartName="/ppt/media/image19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F8BD3A-B83A-4E2F-8B7E-37B80514D4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B6E5F6-DA5B-4C0B-9E93-713A1491AA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78B499-C903-4D88-AFAE-4B665711AA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7143D9-22FE-4564-86BF-16DCEC1730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F3793F-3381-488E-8D78-7D9DE492D8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3FFF7D-E24E-48C8-88EB-541371465F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90D729-F129-4A5E-B47B-158C55F640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3C0011-724E-41CA-9386-219118E4A2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42F505-43C0-452F-8EB1-F6BD0BC7FA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5CBFD4-E7A1-4198-AC3A-995990CA4C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B18001-8AC9-4DAB-9062-FFB266DFE56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D276AB-54CC-4FE3-AAD7-114A1D63167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E217C3E-06AB-4AC9-A1B9-D5451160FCBB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jpe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jpe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jpe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7416000" y="0"/>
            <a:ext cx="4776120" cy="6858000"/>
          </a:xfrm>
          <a:prstGeom prst="rect">
            <a:avLst/>
          </a:prstGeom>
          <a:ln w="0">
            <a:noFill/>
          </a:ln>
        </p:spPr>
      </p:pic>
      <p:sp>
        <p:nvSpPr>
          <p:cNvPr id="43" name=""/>
          <p:cNvSpPr/>
          <p:nvPr/>
        </p:nvSpPr>
        <p:spPr>
          <a:xfrm>
            <a:off x="7171200" y="0"/>
            <a:ext cx="244800" cy="6858000"/>
          </a:xfrm>
          <a:prstGeom prst="rect">
            <a:avLst/>
          </a:prstGeom>
          <a:solidFill>
            <a:srgbClr val="f39a22"/>
          </a:solidFill>
          <a:ln w="0">
            <a:noFill/>
          </a:ln>
        </p:spPr>
      </p:sp>
      <p:pic>
        <p:nvPicPr>
          <p:cNvPr id="44" name="" descr=""/>
          <p:cNvPicPr/>
          <p:nvPr/>
        </p:nvPicPr>
        <p:blipFill>
          <a:blip r:embed="rId2"/>
          <a:stretch/>
        </p:blipFill>
        <p:spPr>
          <a:xfrm>
            <a:off x="306000" y="223200"/>
            <a:ext cx="2664000" cy="608400"/>
          </a:xfrm>
          <a:prstGeom prst="rect">
            <a:avLst/>
          </a:prstGeom>
          <a:ln w="0">
            <a:noFill/>
          </a:ln>
        </p:spPr>
      </p:pic>
      <p:pic>
        <p:nvPicPr>
          <p:cNvPr id="45" name="" descr=""/>
          <p:cNvPicPr/>
          <p:nvPr/>
        </p:nvPicPr>
        <p:blipFill>
          <a:blip r:embed="rId3"/>
          <a:stretch/>
        </p:blipFill>
        <p:spPr>
          <a:xfrm>
            <a:off x="5220000" y="187200"/>
            <a:ext cx="1260000" cy="549000"/>
          </a:xfrm>
          <a:prstGeom prst="rect">
            <a:avLst/>
          </a:prstGeom>
          <a:ln w="0">
            <a:noFill/>
          </a:ln>
        </p:spPr>
      </p:pic>
      <p:sp>
        <p:nvSpPr>
          <p:cNvPr id="46" name=""/>
          <p:cNvSpPr txBox="1"/>
          <p:nvPr/>
        </p:nvSpPr>
        <p:spPr>
          <a:xfrm>
            <a:off x="612000" y="1404000"/>
            <a:ext cx="5904000" cy="1548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47" name=""/>
          <p:cNvSpPr txBox="1"/>
          <p:nvPr/>
        </p:nvSpPr>
        <p:spPr>
          <a:xfrm>
            <a:off x="622800" y="3060000"/>
            <a:ext cx="5400000" cy="450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48" name=""/>
          <p:cNvSpPr/>
          <p:nvPr/>
        </p:nvSpPr>
        <p:spPr>
          <a:xfrm>
            <a:off x="622800" y="3618000"/>
            <a:ext cx="5148000" cy="0"/>
          </a:xfrm>
          <a:prstGeom prst="line">
            <a:avLst/>
          </a:prstGeom>
          <a:ln w="9000">
            <a:solidFill>
              <a:srgbClr val="d8e2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"/>
          <p:cNvSpPr txBox="1"/>
          <p:nvPr/>
        </p:nvSpPr>
        <p:spPr>
          <a:xfrm>
            <a:off x="622800" y="3834000"/>
            <a:ext cx="2952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0" name=""/>
          <p:cNvSpPr txBox="1"/>
          <p:nvPr/>
        </p:nvSpPr>
        <p:spPr>
          <a:xfrm>
            <a:off x="622800" y="4183200"/>
            <a:ext cx="3312000" cy="396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1" name=""/>
          <p:cNvSpPr txBox="1"/>
          <p:nvPr/>
        </p:nvSpPr>
        <p:spPr>
          <a:xfrm>
            <a:off x="622800" y="4770000"/>
            <a:ext cx="3528000" cy="792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2" name=""/>
          <p:cNvSpPr/>
          <p:nvPr/>
        </p:nvSpPr>
        <p:spPr>
          <a:xfrm>
            <a:off x="622800" y="6048000"/>
            <a:ext cx="1656000" cy="237600"/>
          </a:xfrm>
          <a:prstGeom prst="roundRect">
            <a:avLst/>
          </a:prstGeom>
          <a:solidFill>
            <a:srgbClr val="173f67"/>
          </a:solidFill>
          <a:ln w="0">
            <a:noFill/>
          </a:ln>
        </p:spPr>
      </p:sp>
      <p:sp>
        <p:nvSpPr>
          <p:cNvPr id="53" name=""/>
          <p:cNvSpPr txBox="1"/>
          <p:nvPr/>
        </p:nvSpPr>
        <p:spPr>
          <a:xfrm>
            <a:off x="658800" y="6066000"/>
            <a:ext cx="1584000" cy="337320"/>
          </a:xfrm>
          <a:prstGeom prst="rect">
            <a:avLst/>
          </a:prstGeom>
          <a:noFill/>
          <a:ln w="0">
            <a:noFill/>
          </a:ln>
        </p:spPr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5" name=""/>
          <p:cNvSpPr txBox="1"/>
          <p:nvPr/>
        </p:nvSpPr>
        <p:spPr>
          <a:xfrm>
            <a:off x="11646000" y="6516000"/>
            <a:ext cx="306000" cy="337320"/>
          </a:xfrm>
          <a:prstGeom prst="rect">
            <a:avLst/>
          </a:prstGeom>
          <a:noFill/>
          <a:ln w="0">
            <a:noFill/>
          </a:ln>
        </p:spPr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230400" y="90000"/>
            <a:ext cx="1476000" cy="338400"/>
          </a:xfrm>
          <a:prstGeom prst="rect">
            <a:avLst/>
          </a:prstGeom>
          <a:ln w="0">
            <a:noFill/>
          </a:ln>
        </p:spPr>
      </p:pic>
      <p:pic>
        <p:nvPicPr>
          <p:cNvPr id="57" name="" descr=""/>
          <p:cNvPicPr/>
          <p:nvPr/>
        </p:nvPicPr>
        <p:blipFill>
          <a:blip r:embed="rId2"/>
          <a:stretch/>
        </p:blipFill>
        <p:spPr>
          <a:xfrm>
            <a:off x="10638000" y="108000"/>
            <a:ext cx="1044000" cy="455400"/>
          </a:xfrm>
          <a:prstGeom prst="rect">
            <a:avLst/>
          </a:prstGeom>
          <a:ln w="0">
            <a:noFill/>
          </a:ln>
        </p:spPr>
      </p:pic>
      <p:sp>
        <p:nvSpPr>
          <p:cNvPr id="58" name=""/>
          <p:cNvSpPr txBox="1"/>
          <p:nvPr/>
        </p:nvSpPr>
        <p:spPr>
          <a:xfrm>
            <a:off x="522000" y="342000"/>
            <a:ext cx="9648000" cy="432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9" name=""/>
          <p:cNvSpPr/>
          <p:nvPr/>
        </p:nvSpPr>
        <p:spPr>
          <a:xfrm>
            <a:off x="522000" y="799200"/>
            <a:ext cx="450000" cy="34200"/>
          </a:xfrm>
          <a:prstGeom prst="rect">
            <a:avLst/>
          </a:prstGeom>
          <a:solidFill>
            <a:srgbClr val="f39a22"/>
          </a:solidFill>
          <a:ln w="0">
            <a:noFill/>
          </a:ln>
        </p:spPr>
      </p:sp>
      <p:sp>
        <p:nvSpPr>
          <p:cNvPr id="60" name=""/>
          <p:cNvSpPr txBox="1"/>
          <p:nvPr/>
        </p:nvSpPr>
        <p:spPr>
          <a:xfrm>
            <a:off x="522000" y="871200"/>
            <a:ext cx="1026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1" name=""/>
          <p:cNvSpPr txBox="1"/>
          <p:nvPr/>
        </p:nvSpPr>
        <p:spPr>
          <a:xfrm>
            <a:off x="10872000" y="352800"/>
            <a:ext cx="612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2" name=""/>
          <p:cNvSpPr/>
          <p:nvPr/>
        </p:nvSpPr>
        <p:spPr>
          <a:xfrm>
            <a:off x="576000" y="1692000"/>
            <a:ext cx="3366000" cy="2952000"/>
          </a:xfrm>
          <a:prstGeom prst="roundRect">
            <a:avLst/>
          </a:prstGeom>
          <a:solidFill>
            <a:srgbClr val="f4f7fa"/>
          </a:solidFill>
          <a:ln w="0">
            <a:noFill/>
          </a:ln>
        </p:spPr>
      </p:sp>
      <p:sp>
        <p:nvSpPr>
          <p:cNvPr id="63" name=""/>
          <p:cNvSpPr txBox="1"/>
          <p:nvPr/>
        </p:nvSpPr>
        <p:spPr>
          <a:xfrm>
            <a:off x="784800" y="1872000"/>
            <a:ext cx="57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4" name=""/>
          <p:cNvSpPr txBox="1"/>
          <p:nvPr/>
        </p:nvSpPr>
        <p:spPr>
          <a:xfrm>
            <a:off x="784800" y="2484000"/>
            <a:ext cx="270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5" name=""/>
          <p:cNvSpPr txBox="1"/>
          <p:nvPr/>
        </p:nvSpPr>
        <p:spPr>
          <a:xfrm>
            <a:off x="784800" y="2916000"/>
            <a:ext cx="2700000" cy="558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6" name=""/>
          <p:cNvSpPr/>
          <p:nvPr/>
        </p:nvSpPr>
        <p:spPr>
          <a:xfrm>
            <a:off x="784800" y="3996000"/>
            <a:ext cx="1080000" cy="36000"/>
          </a:xfrm>
          <a:prstGeom prst="rect">
            <a:avLst/>
          </a:prstGeom>
          <a:solidFill>
            <a:srgbClr val="19b7c9"/>
          </a:solidFill>
          <a:ln w="0">
            <a:noFill/>
          </a:ln>
        </p:spPr>
      </p:sp>
      <p:sp>
        <p:nvSpPr>
          <p:cNvPr id="67" name=""/>
          <p:cNvSpPr/>
          <p:nvPr/>
        </p:nvSpPr>
        <p:spPr>
          <a:xfrm>
            <a:off x="4410000" y="1692000"/>
            <a:ext cx="3366000" cy="2952000"/>
          </a:xfrm>
          <a:prstGeom prst="roundRect">
            <a:avLst/>
          </a:prstGeom>
          <a:solidFill>
            <a:srgbClr val="f4f7fa"/>
          </a:solidFill>
          <a:ln w="0">
            <a:noFill/>
          </a:ln>
        </p:spPr>
      </p:sp>
      <p:sp>
        <p:nvSpPr>
          <p:cNvPr id="68" name=""/>
          <p:cNvSpPr txBox="1"/>
          <p:nvPr/>
        </p:nvSpPr>
        <p:spPr>
          <a:xfrm>
            <a:off x="4618800" y="1872000"/>
            <a:ext cx="57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9" name=""/>
          <p:cNvSpPr txBox="1"/>
          <p:nvPr/>
        </p:nvSpPr>
        <p:spPr>
          <a:xfrm>
            <a:off x="4618800" y="2484000"/>
            <a:ext cx="270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70" name=""/>
          <p:cNvSpPr txBox="1"/>
          <p:nvPr/>
        </p:nvSpPr>
        <p:spPr>
          <a:xfrm>
            <a:off x="4618800" y="2916000"/>
            <a:ext cx="2700000" cy="558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71" name=""/>
          <p:cNvSpPr/>
          <p:nvPr/>
        </p:nvSpPr>
        <p:spPr>
          <a:xfrm>
            <a:off x="4618800" y="3996000"/>
            <a:ext cx="1080000" cy="36000"/>
          </a:xfrm>
          <a:prstGeom prst="rect">
            <a:avLst/>
          </a:prstGeom>
          <a:solidFill>
            <a:srgbClr val="1487c9"/>
          </a:solidFill>
          <a:ln w="0">
            <a:noFill/>
          </a:ln>
        </p:spPr>
      </p:sp>
      <p:sp>
        <p:nvSpPr>
          <p:cNvPr id="72" name=""/>
          <p:cNvSpPr/>
          <p:nvPr/>
        </p:nvSpPr>
        <p:spPr>
          <a:xfrm>
            <a:off x="8244000" y="1692000"/>
            <a:ext cx="3366000" cy="2952000"/>
          </a:xfrm>
          <a:prstGeom prst="roundRect">
            <a:avLst/>
          </a:prstGeom>
          <a:solidFill>
            <a:srgbClr val="f4f7fa"/>
          </a:solidFill>
          <a:ln w="0">
            <a:noFill/>
          </a:ln>
        </p:spPr>
      </p:sp>
      <p:sp>
        <p:nvSpPr>
          <p:cNvPr id="73" name=""/>
          <p:cNvSpPr txBox="1"/>
          <p:nvPr/>
        </p:nvSpPr>
        <p:spPr>
          <a:xfrm>
            <a:off x="8452800" y="1872000"/>
            <a:ext cx="57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74" name=""/>
          <p:cNvSpPr txBox="1"/>
          <p:nvPr/>
        </p:nvSpPr>
        <p:spPr>
          <a:xfrm>
            <a:off x="8452800" y="2484000"/>
            <a:ext cx="270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75" name=""/>
          <p:cNvSpPr txBox="1"/>
          <p:nvPr/>
        </p:nvSpPr>
        <p:spPr>
          <a:xfrm>
            <a:off x="8452800" y="2916000"/>
            <a:ext cx="2700000" cy="558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76" name=""/>
          <p:cNvSpPr/>
          <p:nvPr/>
        </p:nvSpPr>
        <p:spPr>
          <a:xfrm>
            <a:off x="8452800" y="3996000"/>
            <a:ext cx="1080000" cy="36000"/>
          </a:xfrm>
          <a:prstGeom prst="rect">
            <a:avLst/>
          </a:prstGeom>
          <a:solidFill>
            <a:srgbClr val="f39a22"/>
          </a:solidFill>
          <a:ln w="0">
            <a:noFill/>
          </a:ln>
        </p:spPr>
      </p:sp>
      <p:sp>
        <p:nvSpPr>
          <p:cNvPr id="77" name=""/>
          <p:cNvSpPr txBox="1"/>
          <p:nvPr/>
        </p:nvSpPr>
        <p:spPr>
          <a:xfrm>
            <a:off x="576000" y="5112000"/>
            <a:ext cx="10944000" cy="612000"/>
          </a:xfrm>
          <a:prstGeom prst="rect">
            <a:avLst/>
          </a:prstGeom>
          <a:noFill/>
          <a:ln w="0">
            <a:noFill/>
          </a:ln>
        </p:spPr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79" name=""/>
          <p:cNvSpPr txBox="1"/>
          <p:nvPr/>
        </p:nvSpPr>
        <p:spPr>
          <a:xfrm>
            <a:off x="11646000" y="6516000"/>
            <a:ext cx="306000" cy="337320"/>
          </a:xfrm>
          <a:prstGeom prst="rect">
            <a:avLst/>
          </a:prstGeom>
          <a:noFill/>
          <a:ln w="0">
            <a:noFill/>
          </a:ln>
        </p:spPr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230400" y="90000"/>
            <a:ext cx="1476000" cy="338400"/>
          </a:xfrm>
          <a:prstGeom prst="rect">
            <a:avLst/>
          </a:prstGeom>
          <a:ln w="0">
            <a:noFill/>
          </a:ln>
        </p:spPr>
      </p:pic>
      <p:pic>
        <p:nvPicPr>
          <p:cNvPr id="81" name="" descr=""/>
          <p:cNvPicPr/>
          <p:nvPr/>
        </p:nvPicPr>
        <p:blipFill>
          <a:blip r:embed="rId2"/>
          <a:stretch/>
        </p:blipFill>
        <p:spPr>
          <a:xfrm>
            <a:off x="10638000" y="108000"/>
            <a:ext cx="1044000" cy="455400"/>
          </a:xfrm>
          <a:prstGeom prst="rect">
            <a:avLst/>
          </a:prstGeom>
          <a:ln w="0">
            <a:noFill/>
          </a:ln>
        </p:spPr>
      </p:pic>
      <p:sp>
        <p:nvSpPr>
          <p:cNvPr id="82" name=""/>
          <p:cNvSpPr txBox="1"/>
          <p:nvPr/>
        </p:nvSpPr>
        <p:spPr>
          <a:xfrm>
            <a:off x="522000" y="342000"/>
            <a:ext cx="9648000" cy="432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83" name=""/>
          <p:cNvSpPr/>
          <p:nvPr/>
        </p:nvSpPr>
        <p:spPr>
          <a:xfrm>
            <a:off x="522000" y="799200"/>
            <a:ext cx="450000" cy="34200"/>
          </a:xfrm>
          <a:prstGeom prst="rect">
            <a:avLst/>
          </a:prstGeom>
          <a:solidFill>
            <a:srgbClr val="f39a22"/>
          </a:solidFill>
          <a:ln w="0">
            <a:noFill/>
          </a:ln>
        </p:spPr>
      </p:sp>
      <p:sp>
        <p:nvSpPr>
          <p:cNvPr id="84" name=""/>
          <p:cNvSpPr txBox="1"/>
          <p:nvPr/>
        </p:nvSpPr>
        <p:spPr>
          <a:xfrm>
            <a:off x="522000" y="871200"/>
            <a:ext cx="1026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85" name=""/>
          <p:cNvSpPr txBox="1"/>
          <p:nvPr/>
        </p:nvSpPr>
        <p:spPr>
          <a:xfrm>
            <a:off x="10872000" y="352800"/>
            <a:ext cx="612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86" name=""/>
          <p:cNvSpPr/>
          <p:nvPr/>
        </p:nvSpPr>
        <p:spPr>
          <a:xfrm>
            <a:off x="360000" y="2520000"/>
            <a:ext cx="1728000" cy="900000"/>
          </a:xfrm>
          <a:prstGeom prst="roundRect">
            <a:avLst/>
          </a:prstGeom>
          <a:solidFill>
            <a:srgbClr val="ffffff"/>
          </a:solidFill>
          <a:ln w="16200">
            <a:solidFill>
              <a:srgbClr val="1487c9"/>
            </a:solidFill>
            <a:round/>
          </a:ln>
        </p:spPr>
      </p:sp>
      <p:sp>
        <p:nvSpPr>
          <p:cNvPr id="87" name=""/>
          <p:cNvSpPr txBox="1"/>
          <p:nvPr/>
        </p:nvSpPr>
        <p:spPr>
          <a:xfrm>
            <a:off x="450000" y="2599200"/>
            <a:ext cx="1548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88" name=""/>
          <p:cNvSpPr txBox="1"/>
          <p:nvPr/>
        </p:nvSpPr>
        <p:spPr>
          <a:xfrm>
            <a:off x="450000" y="2840400"/>
            <a:ext cx="1548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89" name=""/>
          <p:cNvSpPr/>
          <p:nvPr/>
        </p:nvSpPr>
        <p:spPr>
          <a:xfrm>
            <a:off x="2592000" y="2520000"/>
            <a:ext cx="2304000" cy="900000"/>
          </a:xfrm>
          <a:prstGeom prst="roundRect">
            <a:avLst/>
          </a:prstGeom>
          <a:solidFill>
            <a:srgbClr val="ffffff"/>
          </a:solidFill>
          <a:ln w="16200">
            <a:solidFill>
              <a:srgbClr val="19b7c9"/>
            </a:solidFill>
            <a:round/>
          </a:ln>
        </p:spPr>
      </p:sp>
      <p:sp>
        <p:nvSpPr>
          <p:cNvPr id="90" name=""/>
          <p:cNvSpPr txBox="1"/>
          <p:nvPr/>
        </p:nvSpPr>
        <p:spPr>
          <a:xfrm>
            <a:off x="2682000" y="2599200"/>
            <a:ext cx="2124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91" name=""/>
          <p:cNvSpPr txBox="1"/>
          <p:nvPr/>
        </p:nvSpPr>
        <p:spPr>
          <a:xfrm>
            <a:off x="2682000" y="2840400"/>
            <a:ext cx="2124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92" name=""/>
          <p:cNvSpPr/>
          <p:nvPr/>
        </p:nvSpPr>
        <p:spPr>
          <a:xfrm>
            <a:off x="5400000" y="2520000"/>
            <a:ext cx="1872000" cy="900000"/>
          </a:xfrm>
          <a:prstGeom prst="roundRect">
            <a:avLst/>
          </a:prstGeom>
          <a:solidFill>
            <a:srgbClr val="ffffff"/>
          </a:solidFill>
          <a:ln w="16200">
            <a:solidFill>
              <a:srgbClr val="f39a22"/>
            </a:solidFill>
            <a:round/>
          </a:ln>
        </p:spPr>
      </p:sp>
      <p:sp>
        <p:nvSpPr>
          <p:cNvPr id="93" name=""/>
          <p:cNvSpPr txBox="1"/>
          <p:nvPr/>
        </p:nvSpPr>
        <p:spPr>
          <a:xfrm>
            <a:off x="5490000" y="2599200"/>
            <a:ext cx="1692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94" name=""/>
          <p:cNvSpPr txBox="1"/>
          <p:nvPr/>
        </p:nvSpPr>
        <p:spPr>
          <a:xfrm>
            <a:off x="5490000" y="2840400"/>
            <a:ext cx="1692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95" name=""/>
          <p:cNvSpPr/>
          <p:nvPr/>
        </p:nvSpPr>
        <p:spPr>
          <a:xfrm>
            <a:off x="7776000" y="2520000"/>
            <a:ext cx="1728000" cy="900000"/>
          </a:xfrm>
          <a:prstGeom prst="roundRect">
            <a:avLst/>
          </a:prstGeom>
          <a:solidFill>
            <a:srgbClr val="ffffff"/>
          </a:solidFill>
          <a:ln w="16200">
            <a:solidFill>
              <a:srgbClr val="d94949"/>
            </a:solidFill>
            <a:round/>
          </a:ln>
        </p:spPr>
      </p:sp>
      <p:sp>
        <p:nvSpPr>
          <p:cNvPr id="96" name=""/>
          <p:cNvSpPr txBox="1"/>
          <p:nvPr/>
        </p:nvSpPr>
        <p:spPr>
          <a:xfrm>
            <a:off x="7866000" y="2599200"/>
            <a:ext cx="1548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97" name=""/>
          <p:cNvSpPr txBox="1"/>
          <p:nvPr/>
        </p:nvSpPr>
        <p:spPr>
          <a:xfrm>
            <a:off x="7866000" y="2840400"/>
            <a:ext cx="1548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98" name=""/>
          <p:cNvSpPr/>
          <p:nvPr/>
        </p:nvSpPr>
        <p:spPr>
          <a:xfrm>
            <a:off x="10008000" y="2520000"/>
            <a:ext cx="1728000" cy="900000"/>
          </a:xfrm>
          <a:prstGeom prst="roundRect">
            <a:avLst/>
          </a:prstGeom>
          <a:solidFill>
            <a:srgbClr val="ffffff"/>
          </a:solidFill>
          <a:ln w="16200">
            <a:solidFill>
              <a:srgbClr val="173f67"/>
            </a:solidFill>
            <a:round/>
          </a:ln>
        </p:spPr>
      </p:sp>
      <p:sp>
        <p:nvSpPr>
          <p:cNvPr id="99" name=""/>
          <p:cNvSpPr txBox="1"/>
          <p:nvPr/>
        </p:nvSpPr>
        <p:spPr>
          <a:xfrm>
            <a:off x="10098000" y="2599200"/>
            <a:ext cx="1548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0" name=""/>
          <p:cNvSpPr txBox="1"/>
          <p:nvPr/>
        </p:nvSpPr>
        <p:spPr>
          <a:xfrm>
            <a:off x="10098000" y="2840400"/>
            <a:ext cx="1548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1" name=""/>
          <p:cNvSpPr txBox="1"/>
          <p:nvPr/>
        </p:nvSpPr>
        <p:spPr>
          <a:xfrm>
            <a:off x="2124000" y="2754000"/>
            <a:ext cx="39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2" name=""/>
          <p:cNvSpPr txBox="1"/>
          <p:nvPr/>
        </p:nvSpPr>
        <p:spPr>
          <a:xfrm>
            <a:off x="4932000" y="2754000"/>
            <a:ext cx="39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3" name=""/>
          <p:cNvSpPr txBox="1"/>
          <p:nvPr/>
        </p:nvSpPr>
        <p:spPr>
          <a:xfrm>
            <a:off x="7308000" y="2754000"/>
            <a:ext cx="39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4" name=""/>
          <p:cNvSpPr txBox="1"/>
          <p:nvPr/>
        </p:nvSpPr>
        <p:spPr>
          <a:xfrm>
            <a:off x="9540000" y="2754000"/>
            <a:ext cx="39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5" name=""/>
          <p:cNvSpPr/>
          <p:nvPr/>
        </p:nvSpPr>
        <p:spPr>
          <a:xfrm>
            <a:off x="1188000" y="4464000"/>
            <a:ext cx="2340000" cy="936000"/>
          </a:xfrm>
          <a:prstGeom prst="roundRect">
            <a:avLst/>
          </a:prstGeom>
          <a:solidFill>
            <a:srgbClr val="f4f7fa"/>
          </a:solidFill>
          <a:ln w="0">
            <a:noFill/>
          </a:ln>
        </p:spPr>
      </p:sp>
      <p:sp>
        <p:nvSpPr>
          <p:cNvPr id="106" name=""/>
          <p:cNvSpPr/>
          <p:nvPr/>
        </p:nvSpPr>
        <p:spPr>
          <a:xfrm>
            <a:off x="1188000" y="4464000"/>
            <a:ext cx="39600" cy="936000"/>
          </a:xfrm>
          <a:prstGeom prst="roundRect">
            <a:avLst/>
          </a:prstGeom>
          <a:solidFill>
            <a:srgbClr val="1487c9"/>
          </a:solidFill>
          <a:ln w="0">
            <a:noFill/>
          </a:ln>
        </p:spPr>
      </p:sp>
      <p:sp>
        <p:nvSpPr>
          <p:cNvPr id="107" name=""/>
          <p:cNvSpPr txBox="1"/>
          <p:nvPr/>
        </p:nvSpPr>
        <p:spPr>
          <a:xfrm>
            <a:off x="1324800" y="4543200"/>
            <a:ext cx="2131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8" name=""/>
          <p:cNvSpPr txBox="1"/>
          <p:nvPr/>
        </p:nvSpPr>
        <p:spPr>
          <a:xfrm>
            <a:off x="1328400" y="4852800"/>
            <a:ext cx="2131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9" name=""/>
          <p:cNvSpPr/>
          <p:nvPr/>
        </p:nvSpPr>
        <p:spPr>
          <a:xfrm>
            <a:off x="3780000" y="4464000"/>
            <a:ext cx="2340000" cy="936000"/>
          </a:xfrm>
          <a:prstGeom prst="roundRect">
            <a:avLst/>
          </a:prstGeom>
          <a:solidFill>
            <a:srgbClr val="f4f7fa"/>
          </a:solidFill>
          <a:ln w="0">
            <a:noFill/>
          </a:ln>
        </p:spPr>
      </p:sp>
      <p:sp>
        <p:nvSpPr>
          <p:cNvPr id="110" name=""/>
          <p:cNvSpPr/>
          <p:nvPr/>
        </p:nvSpPr>
        <p:spPr>
          <a:xfrm>
            <a:off x="3780000" y="4464000"/>
            <a:ext cx="39600" cy="936000"/>
          </a:xfrm>
          <a:prstGeom prst="roundRect">
            <a:avLst/>
          </a:prstGeom>
          <a:solidFill>
            <a:srgbClr val="19b7c9"/>
          </a:solidFill>
          <a:ln w="0">
            <a:noFill/>
          </a:ln>
        </p:spPr>
      </p:sp>
      <p:sp>
        <p:nvSpPr>
          <p:cNvPr id="111" name=""/>
          <p:cNvSpPr txBox="1"/>
          <p:nvPr/>
        </p:nvSpPr>
        <p:spPr>
          <a:xfrm>
            <a:off x="3916800" y="4543200"/>
            <a:ext cx="2131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12" name=""/>
          <p:cNvSpPr txBox="1"/>
          <p:nvPr/>
        </p:nvSpPr>
        <p:spPr>
          <a:xfrm>
            <a:off x="3920400" y="4852800"/>
            <a:ext cx="2131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13" name=""/>
          <p:cNvSpPr/>
          <p:nvPr/>
        </p:nvSpPr>
        <p:spPr>
          <a:xfrm>
            <a:off x="6372000" y="4464000"/>
            <a:ext cx="2340000" cy="936000"/>
          </a:xfrm>
          <a:prstGeom prst="roundRect">
            <a:avLst/>
          </a:prstGeom>
          <a:solidFill>
            <a:srgbClr val="f4f7fa"/>
          </a:solidFill>
          <a:ln w="0">
            <a:noFill/>
          </a:ln>
        </p:spPr>
      </p:sp>
      <p:sp>
        <p:nvSpPr>
          <p:cNvPr id="114" name=""/>
          <p:cNvSpPr/>
          <p:nvPr/>
        </p:nvSpPr>
        <p:spPr>
          <a:xfrm>
            <a:off x="6372000" y="4464000"/>
            <a:ext cx="39600" cy="936000"/>
          </a:xfrm>
          <a:prstGeom prst="roundRect">
            <a:avLst/>
          </a:prstGeom>
          <a:solidFill>
            <a:srgbClr val="f39a22"/>
          </a:solidFill>
          <a:ln w="0">
            <a:noFill/>
          </a:ln>
        </p:spPr>
      </p:sp>
      <p:sp>
        <p:nvSpPr>
          <p:cNvPr id="115" name=""/>
          <p:cNvSpPr txBox="1"/>
          <p:nvPr/>
        </p:nvSpPr>
        <p:spPr>
          <a:xfrm>
            <a:off x="6508800" y="4543200"/>
            <a:ext cx="2131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16" name=""/>
          <p:cNvSpPr txBox="1"/>
          <p:nvPr/>
        </p:nvSpPr>
        <p:spPr>
          <a:xfrm>
            <a:off x="6512400" y="4852800"/>
            <a:ext cx="2131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17" name=""/>
          <p:cNvSpPr/>
          <p:nvPr/>
        </p:nvSpPr>
        <p:spPr>
          <a:xfrm>
            <a:off x="8964000" y="4464000"/>
            <a:ext cx="2340000" cy="936000"/>
          </a:xfrm>
          <a:prstGeom prst="roundRect">
            <a:avLst/>
          </a:prstGeom>
          <a:solidFill>
            <a:srgbClr val="f4f7fa"/>
          </a:solidFill>
          <a:ln w="0">
            <a:noFill/>
          </a:ln>
        </p:spPr>
      </p:sp>
      <p:sp>
        <p:nvSpPr>
          <p:cNvPr id="118" name=""/>
          <p:cNvSpPr/>
          <p:nvPr/>
        </p:nvSpPr>
        <p:spPr>
          <a:xfrm>
            <a:off x="8964000" y="4464000"/>
            <a:ext cx="39600" cy="936000"/>
          </a:xfrm>
          <a:prstGeom prst="roundRect">
            <a:avLst/>
          </a:prstGeom>
          <a:solidFill>
            <a:srgbClr val="d94949"/>
          </a:solidFill>
          <a:ln w="0">
            <a:noFill/>
          </a:ln>
        </p:spPr>
      </p:sp>
      <p:sp>
        <p:nvSpPr>
          <p:cNvPr id="119" name=""/>
          <p:cNvSpPr txBox="1"/>
          <p:nvPr/>
        </p:nvSpPr>
        <p:spPr>
          <a:xfrm>
            <a:off x="9100800" y="4543200"/>
            <a:ext cx="2131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20" name=""/>
          <p:cNvSpPr txBox="1"/>
          <p:nvPr/>
        </p:nvSpPr>
        <p:spPr>
          <a:xfrm>
            <a:off x="9104400" y="4852800"/>
            <a:ext cx="2131200" cy="337320"/>
          </a:xfrm>
          <a:prstGeom prst="rect">
            <a:avLst/>
          </a:prstGeom>
          <a:noFill/>
          <a:ln w="0">
            <a:noFill/>
          </a:ln>
        </p:spPr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2" name=""/>
          <p:cNvSpPr txBox="1"/>
          <p:nvPr/>
        </p:nvSpPr>
        <p:spPr>
          <a:xfrm>
            <a:off x="11646000" y="6516000"/>
            <a:ext cx="306000" cy="337320"/>
          </a:xfrm>
          <a:prstGeom prst="rect">
            <a:avLst/>
          </a:prstGeom>
          <a:noFill/>
          <a:ln w="0">
            <a:noFill/>
          </a:ln>
        </p:spPr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230400" y="90000"/>
            <a:ext cx="1476000" cy="338400"/>
          </a:xfrm>
          <a:prstGeom prst="rect">
            <a:avLst/>
          </a:prstGeom>
          <a:ln w="0">
            <a:noFill/>
          </a:ln>
        </p:spPr>
      </p:pic>
      <p:pic>
        <p:nvPicPr>
          <p:cNvPr id="124" name="" descr=""/>
          <p:cNvPicPr/>
          <p:nvPr/>
        </p:nvPicPr>
        <p:blipFill>
          <a:blip r:embed="rId2"/>
          <a:stretch/>
        </p:blipFill>
        <p:spPr>
          <a:xfrm>
            <a:off x="10638000" y="108000"/>
            <a:ext cx="1044000" cy="455400"/>
          </a:xfrm>
          <a:prstGeom prst="rect">
            <a:avLst/>
          </a:prstGeom>
          <a:ln w="0">
            <a:noFill/>
          </a:ln>
        </p:spPr>
      </p:pic>
      <p:sp>
        <p:nvSpPr>
          <p:cNvPr id="125" name=""/>
          <p:cNvSpPr txBox="1"/>
          <p:nvPr/>
        </p:nvSpPr>
        <p:spPr>
          <a:xfrm>
            <a:off x="522000" y="342000"/>
            <a:ext cx="9648000" cy="432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26" name=""/>
          <p:cNvSpPr/>
          <p:nvPr/>
        </p:nvSpPr>
        <p:spPr>
          <a:xfrm>
            <a:off x="522000" y="799200"/>
            <a:ext cx="450000" cy="34200"/>
          </a:xfrm>
          <a:prstGeom prst="rect">
            <a:avLst/>
          </a:prstGeom>
          <a:solidFill>
            <a:srgbClr val="f39a22"/>
          </a:solidFill>
          <a:ln w="0">
            <a:noFill/>
          </a:ln>
        </p:spPr>
      </p:sp>
      <p:sp>
        <p:nvSpPr>
          <p:cNvPr id="127" name=""/>
          <p:cNvSpPr txBox="1"/>
          <p:nvPr/>
        </p:nvSpPr>
        <p:spPr>
          <a:xfrm>
            <a:off x="522000" y="871200"/>
            <a:ext cx="1026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28" name=""/>
          <p:cNvSpPr txBox="1"/>
          <p:nvPr/>
        </p:nvSpPr>
        <p:spPr>
          <a:xfrm>
            <a:off x="10872000" y="352800"/>
            <a:ext cx="612000" cy="337320"/>
          </a:xfrm>
          <a:prstGeom prst="rect">
            <a:avLst/>
          </a:prstGeom>
          <a:noFill/>
          <a:ln w="0">
            <a:noFill/>
          </a:ln>
        </p:spPr>
      </p:sp>
      <p:pic>
        <p:nvPicPr>
          <p:cNvPr id="129" name="" descr=""/>
          <p:cNvPicPr/>
          <p:nvPr/>
        </p:nvPicPr>
        <p:blipFill>
          <a:blip r:embed="rId3"/>
          <a:stretch/>
        </p:blipFill>
        <p:spPr>
          <a:xfrm>
            <a:off x="4248000" y="1260000"/>
            <a:ext cx="7380000" cy="3798000"/>
          </a:xfrm>
          <a:prstGeom prst="rect">
            <a:avLst/>
          </a:prstGeom>
          <a:ln w="10800">
            <a:solidFill>
              <a:srgbClr val="d8e2ea"/>
            </a:solidFill>
            <a:round/>
          </a:ln>
        </p:spPr>
      </p:pic>
      <p:sp>
        <p:nvSpPr>
          <p:cNvPr id="130" name=""/>
          <p:cNvSpPr/>
          <p:nvPr/>
        </p:nvSpPr>
        <p:spPr>
          <a:xfrm>
            <a:off x="540000" y="1476000"/>
            <a:ext cx="2952000" cy="828000"/>
          </a:xfrm>
          <a:prstGeom prst="roundRect">
            <a:avLst/>
          </a:prstGeom>
          <a:solidFill>
            <a:srgbClr val="f4f7fa"/>
          </a:solidFill>
          <a:ln w="0">
            <a:noFill/>
          </a:ln>
        </p:spPr>
      </p:sp>
      <p:sp>
        <p:nvSpPr>
          <p:cNvPr id="131" name=""/>
          <p:cNvSpPr/>
          <p:nvPr/>
        </p:nvSpPr>
        <p:spPr>
          <a:xfrm>
            <a:off x="540000" y="1476000"/>
            <a:ext cx="39600" cy="828000"/>
          </a:xfrm>
          <a:prstGeom prst="roundRect">
            <a:avLst/>
          </a:prstGeom>
          <a:solidFill>
            <a:srgbClr val="19b7c9"/>
          </a:solidFill>
          <a:ln w="0">
            <a:noFill/>
          </a:ln>
        </p:spPr>
      </p:sp>
      <p:sp>
        <p:nvSpPr>
          <p:cNvPr id="132" name=""/>
          <p:cNvSpPr txBox="1"/>
          <p:nvPr/>
        </p:nvSpPr>
        <p:spPr>
          <a:xfrm>
            <a:off x="676800" y="1555200"/>
            <a:ext cx="2743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33" name=""/>
          <p:cNvSpPr txBox="1"/>
          <p:nvPr/>
        </p:nvSpPr>
        <p:spPr>
          <a:xfrm>
            <a:off x="680400" y="1864800"/>
            <a:ext cx="2743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34" name=""/>
          <p:cNvSpPr/>
          <p:nvPr/>
        </p:nvSpPr>
        <p:spPr>
          <a:xfrm>
            <a:off x="540000" y="2448000"/>
            <a:ext cx="2952000" cy="828000"/>
          </a:xfrm>
          <a:prstGeom prst="roundRect">
            <a:avLst/>
          </a:prstGeom>
          <a:solidFill>
            <a:srgbClr val="f4f7fa"/>
          </a:solidFill>
          <a:ln w="0">
            <a:noFill/>
          </a:ln>
        </p:spPr>
      </p:sp>
      <p:sp>
        <p:nvSpPr>
          <p:cNvPr id="135" name=""/>
          <p:cNvSpPr/>
          <p:nvPr/>
        </p:nvSpPr>
        <p:spPr>
          <a:xfrm>
            <a:off x="540000" y="2448000"/>
            <a:ext cx="39600" cy="828000"/>
          </a:xfrm>
          <a:prstGeom prst="roundRect">
            <a:avLst/>
          </a:prstGeom>
          <a:solidFill>
            <a:srgbClr val="1487c9"/>
          </a:solidFill>
          <a:ln w="0">
            <a:noFill/>
          </a:ln>
        </p:spPr>
      </p:sp>
      <p:sp>
        <p:nvSpPr>
          <p:cNvPr id="136" name=""/>
          <p:cNvSpPr txBox="1"/>
          <p:nvPr/>
        </p:nvSpPr>
        <p:spPr>
          <a:xfrm>
            <a:off x="676800" y="2527200"/>
            <a:ext cx="2743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37" name=""/>
          <p:cNvSpPr txBox="1"/>
          <p:nvPr/>
        </p:nvSpPr>
        <p:spPr>
          <a:xfrm>
            <a:off x="680400" y="2836800"/>
            <a:ext cx="2743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38" name=""/>
          <p:cNvSpPr/>
          <p:nvPr/>
        </p:nvSpPr>
        <p:spPr>
          <a:xfrm>
            <a:off x="540000" y="3420000"/>
            <a:ext cx="2952000" cy="828000"/>
          </a:xfrm>
          <a:prstGeom prst="roundRect">
            <a:avLst/>
          </a:prstGeom>
          <a:solidFill>
            <a:srgbClr val="f4f7fa"/>
          </a:solidFill>
          <a:ln w="0">
            <a:noFill/>
          </a:ln>
        </p:spPr>
      </p:sp>
      <p:sp>
        <p:nvSpPr>
          <p:cNvPr id="139" name=""/>
          <p:cNvSpPr/>
          <p:nvPr/>
        </p:nvSpPr>
        <p:spPr>
          <a:xfrm>
            <a:off x="540000" y="3420000"/>
            <a:ext cx="39600" cy="828000"/>
          </a:xfrm>
          <a:prstGeom prst="roundRect">
            <a:avLst/>
          </a:prstGeom>
          <a:solidFill>
            <a:srgbClr val="f39a22"/>
          </a:solidFill>
          <a:ln w="0">
            <a:noFill/>
          </a:ln>
        </p:spPr>
      </p:sp>
      <p:sp>
        <p:nvSpPr>
          <p:cNvPr id="140" name=""/>
          <p:cNvSpPr txBox="1"/>
          <p:nvPr/>
        </p:nvSpPr>
        <p:spPr>
          <a:xfrm>
            <a:off x="676800" y="3499200"/>
            <a:ext cx="2743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41" name=""/>
          <p:cNvSpPr txBox="1"/>
          <p:nvPr/>
        </p:nvSpPr>
        <p:spPr>
          <a:xfrm>
            <a:off x="680400" y="3808800"/>
            <a:ext cx="2743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42" name=""/>
          <p:cNvSpPr/>
          <p:nvPr/>
        </p:nvSpPr>
        <p:spPr>
          <a:xfrm>
            <a:off x="540000" y="4392000"/>
            <a:ext cx="2952000" cy="828000"/>
          </a:xfrm>
          <a:prstGeom prst="roundRect">
            <a:avLst/>
          </a:prstGeom>
          <a:solidFill>
            <a:srgbClr val="f4f7fa"/>
          </a:solidFill>
          <a:ln w="0">
            <a:noFill/>
          </a:ln>
        </p:spPr>
      </p:sp>
      <p:sp>
        <p:nvSpPr>
          <p:cNvPr id="143" name=""/>
          <p:cNvSpPr/>
          <p:nvPr/>
        </p:nvSpPr>
        <p:spPr>
          <a:xfrm>
            <a:off x="540000" y="4392000"/>
            <a:ext cx="39600" cy="828000"/>
          </a:xfrm>
          <a:prstGeom prst="roundRect">
            <a:avLst/>
          </a:prstGeom>
          <a:solidFill>
            <a:srgbClr val="2a9d66"/>
          </a:solidFill>
          <a:ln w="0">
            <a:noFill/>
          </a:ln>
        </p:spPr>
      </p:sp>
      <p:sp>
        <p:nvSpPr>
          <p:cNvPr id="144" name=""/>
          <p:cNvSpPr txBox="1"/>
          <p:nvPr/>
        </p:nvSpPr>
        <p:spPr>
          <a:xfrm>
            <a:off x="676800" y="4471200"/>
            <a:ext cx="2743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45" name=""/>
          <p:cNvSpPr txBox="1"/>
          <p:nvPr/>
        </p:nvSpPr>
        <p:spPr>
          <a:xfrm>
            <a:off x="680400" y="4780800"/>
            <a:ext cx="2743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46" name=""/>
          <p:cNvSpPr txBox="1"/>
          <p:nvPr/>
        </p:nvSpPr>
        <p:spPr>
          <a:xfrm>
            <a:off x="4248000" y="5436000"/>
            <a:ext cx="7272000" cy="337320"/>
          </a:xfrm>
          <a:prstGeom prst="rect">
            <a:avLst/>
          </a:prstGeom>
          <a:noFill/>
          <a:ln w="0">
            <a:noFill/>
          </a:ln>
        </p:spPr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48" name=""/>
          <p:cNvSpPr txBox="1"/>
          <p:nvPr/>
        </p:nvSpPr>
        <p:spPr>
          <a:xfrm>
            <a:off x="11646000" y="6516000"/>
            <a:ext cx="306000" cy="337320"/>
          </a:xfrm>
          <a:prstGeom prst="rect">
            <a:avLst/>
          </a:prstGeom>
          <a:noFill/>
          <a:ln w="0">
            <a:noFill/>
          </a:ln>
        </p:spPr>
      </p:sp>
      <p:pic>
        <p:nvPicPr>
          <p:cNvPr id="149" name="" descr=""/>
          <p:cNvPicPr/>
          <p:nvPr/>
        </p:nvPicPr>
        <p:blipFill>
          <a:blip r:embed="rId1"/>
          <a:stretch/>
        </p:blipFill>
        <p:spPr>
          <a:xfrm>
            <a:off x="230400" y="90000"/>
            <a:ext cx="1476000" cy="338400"/>
          </a:xfrm>
          <a:prstGeom prst="rect">
            <a:avLst/>
          </a:prstGeom>
          <a:ln w="0">
            <a:noFill/>
          </a:ln>
        </p:spPr>
      </p:pic>
      <p:pic>
        <p:nvPicPr>
          <p:cNvPr id="150" name="" descr=""/>
          <p:cNvPicPr/>
          <p:nvPr/>
        </p:nvPicPr>
        <p:blipFill>
          <a:blip r:embed="rId2"/>
          <a:stretch/>
        </p:blipFill>
        <p:spPr>
          <a:xfrm>
            <a:off x="10638000" y="108000"/>
            <a:ext cx="1044000" cy="455400"/>
          </a:xfrm>
          <a:prstGeom prst="rect">
            <a:avLst/>
          </a:prstGeom>
          <a:ln w="0">
            <a:noFill/>
          </a:ln>
        </p:spPr>
      </p:pic>
      <p:sp>
        <p:nvSpPr>
          <p:cNvPr id="151" name=""/>
          <p:cNvSpPr txBox="1"/>
          <p:nvPr/>
        </p:nvSpPr>
        <p:spPr>
          <a:xfrm>
            <a:off x="522000" y="342000"/>
            <a:ext cx="9648000" cy="432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52" name=""/>
          <p:cNvSpPr/>
          <p:nvPr/>
        </p:nvSpPr>
        <p:spPr>
          <a:xfrm>
            <a:off x="522000" y="799200"/>
            <a:ext cx="450000" cy="34200"/>
          </a:xfrm>
          <a:prstGeom prst="rect">
            <a:avLst/>
          </a:prstGeom>
          <a:solidFill>
            <a:srgbClr val="f39a22"/>
          </a:solidFill>
          <a:ln w="0">
            <a:noFill/>
          </a:ln>
        </p:spPr>
      </p:sp>
      <p:sp>
        <p:nvSpPr>
          <p:cNvPr id="153" name=""/>
          <p:cNvSpPr txBox="1"/>
          <p:nvPr/>
        </p:nvSpPr>
        <p:spPr>
          <a:xfrm>
            <a:off x="522000" y="871200"/>
            <a:ext cx="1026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54" name=""/>
          <p:cNvSpPr txBox="1"/>
          <p:nvPr/>
        </p:nvSpPr>
        <p:spPr>
          <a:xfrm>
            <a:off x="10872000" y="352800"/>
            <a:ext cx="612000" cy="337320"/>
          </a:xfrm>
          <a:prstGeom prst="rect">
            <a:avLst/>
          </a:prstGeom>
          <a:noFill/>
          <a:ln w="0">
            <a:noFill/>
          </a:ln>
        </p:spPr>
      </p:sp>
      <p:pic>
        <p:nvPicPr>
          <p:cNvPr id="155" name="" descr=""/>
          <p:cNvPicPr/>
          <p:nvPr/>
        </p:nvPicPr>
        <p:blipFill>
          <a:blip r:embed="rId3"/>
          <a:stretch/>
        </p:blipFill>
        <p:spPr>
          <a:xfrm>
            <a:off x="522000" y="1278000"/>
            <a:ext cx="11142000" cy="4626000"/>
          </a:xfrm>
          <a:prstGeom prst="rect">
            <a:avLst/>
          </a:prstGeom>
          <a:ln w="10800">
            <a:solidFill>
              <a:srgbClr val="d8e2ea"/>
            </a:solidFill>
            <a:round/>
          </a:ln>
        </p:spPr>
      </p:pic>
      <p:sp>
        <p:nvSpPr>
          <p:cNvPr id="156" name=""/>
          <p:cNvSpPr/>
          <p:nvPr/>
        </p:nvSpPr>
        <p:spPr>
          <a:xfrm>
            <a:off x="756000" y="6066000"/>
            <a:ext cx="2232000" cy="237600"/>
          </a:xfrm>
          <a:prstGeom prst="roundRect">
            <a:avLst/>
          </a:prstGeom>
          <a:solidFill>
            <a:srgbClr val="eaf4fa"/>
          </a:solidFill>
          <a:ln w="0">
            <a:noFill/>
          </a:ln>
        </p:spPr>
      </p:sp>
      <p:sp>
        <p:nvSpPr>
          <p:cNvPr id="157" name=""/>
          <p:cNvSpPr txBox="1"/>
          <p:nvPr/>
        </p:nvSpPr>
        <p:spPr>
          <a:xfrm>
            <a:off x="792000" y="6084000"/>
            <a:ext cx="216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58" name=""/>
          <p:cNvSpPr/>
          <p:nvPr/>
        </p:nvSpPr>
        <p:spPr>
          <a:xfrm>
            <a:off x="3150000" y="6066000"/>
            <a:ext cx="2232000" cy="237600"/>
          </a:xfrm>
          <a:prstGeom prst="roundRect">
            <a:avLst/>
          </a:prstGeom>
          <a:solidFill>
            <a:srgbClr val="eaf4fa"/>
          </a:solidFill>
          <a:ln w="0">
            <a:noFill/>
          </a:ln>
        </p:spPr>
      </p:sp>
      <p:sp>
        <p:nvSpPr>
          <p:cNvPr id="159" name=""/>
          <p:cNvSpPr txBox="1"/>
          <p:nvPr/>
        </p:nvSpPr>
        <p:spPr>
          <a:xfrm>
            <a:off x="3186000" y="6084000"/>
            <a:ext cx="216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60" name=""/>
          <p:cNvSpPr/>
          <p:nvPr/>
        </p:nvSpPr>
        <p:spPr>
          <a:xfrm>
            <a:off x="5544000" y="6066000"/>
            <a:ext cx="2232000" cy="237600"/>
          </a:xfrm>
          <a:prstGeom prst="roundRect">
            <a:avLst/>
          </a:prstGeom>
          <a:solidFill>
            <a:srgbClr val="fff3e2"/>
          </a:solidFill>
          <a:ln w="0">
            <a:noFill/>
          </a:ln>
        </p:spPr>
      </p:sp>
      <p:sp>
        <p:nvSpPr>
          <p:cNvPr id="161" name=""/>
          <p:cNvSpPr txBox="1"/>
          <p:nvPr/>
        </p:nvSpPr>
        <p:spPr>
          <a:xfrm>
            <a:off x="5580000" y="6084000"/>
            <a:ext cx="216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62" name=""/>
          <p:cNvSpPr txBox="1"/>
          <p:nvPr/>
        </p:nvSpPr>
        <p:spPr>
          <a:xfrm>
            <a:off x="8064000" y="6062400"/>
            <a:ext cx="3348000" cy="337320"/>
          </a:xfrm>
          <a:prstGeom prst="rect">
            <a:avLst/>
          </a:prstGeom>
          <a:noFill/>
          <a:ln w="0">
            <a:noFill/>
          </a:ln>
        </p:spPr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64" name=""/>
          <p:cNvSpPr txBox="1"/>
          <p:nvPr/>
        </p:nvSpPr>
        <p:spPr>
          <a:xfrm>
            <a:off x="11646000" y="6516000"/>
            <a:ext cx="306000" cy="337320"/>
          </a:xfrm>
          <a:prstGeom prst="rect">
            <a:avLst/>
          </a:prstGeom>
          <a:noFill/>
          <a:ln w="0">
            <a:noFill/>
          </a:ln>
        </p:spPr>
      </p:sp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230400" y="90000"/>
            <a:ext cx="1476000" cy="338400"/>
          </a:xfrm>
          <a:prstGeom prst="rect">
            <a:avLst/>
          </a:prstGeom>
          <a:ln w="0">
            <a:noFill/>
          </a:ln>
        </p:spPr>
      </p:pic>
      <p:pic>
        <p:nvPicPr>
          <p:cNvPr id="166" name="" descr=""/>
          <p:cNvPicPr/>
          <p:nvPr/>
        </p:nvPicPr>
        <p:blipFill>
          <a:blip r:embed="rId2"/>
          <a:stretch/>
        </p:blipFill>
        <p:spPr>
          <a:xfrm>
            <a:off x="10638000" y="108000"/>
            <a:ext cx="1044000" cy="455400"/>
          </a:xfrm>
          <a:prstGeom prst="rect">
            <a:avLst/>
          </a:prstGeom>
          <a:ln w="0">
            <a:noFill/>
          </a:ln>
        </p:spPr>
      </p:pic>
      <p:sp>
        <p:nvSpPr>
          <p:cNvPr id="167" name=""/>
          <p:cNvSpPr txBox="1"/>
          <p:nvPr/>
        </p:nvSpPr>
        <p:spPr>
          <a:xfrm>
            <a:off x="522000" y="342000"/>
            <a:ext cx="9648000" cy="432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68" name=""/>
          <p:cNvSpPr/>
          <p:nvPr/>
        </p:nvSpPr>
        <p:spPr>
          <a:xfrm>
            <a:off x="522000" y="799200"/>
            <a:ext cx="450000" cy="34200"/>
          </a:xfrm>
          <a:prstGeom prst="rect">
            <a:avLst/>
          </a:prstGeom>
          <a:solidFill>
            <a:srgbClr val="f39a22"/>
          </a:solidFill>
          <a:ln w="0">
            <a:noFill/>
          </a:ln>
        </p:spPr>
      </p:sp>
      <p:sp>
        <p:nvSpPr>
          <p:cNvPr id="169" name=""/>
          <p:cNvSpPr txBox="1"/>
          <p:nvPr/>
        </p:nvSpPr>
        <p:spPr>
          <a:xfrm>
            <a:off x="522000" y="871200"/>
            <a:ext cx="1026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70" name=""/>
          <p:cNvSpPr txBox="1"/>
          <p:nvPr/>
        </p:nvSpPr>
        <p:spPr>
          <a:xfrm>
            <a:off x="10872000" y="352800"/>
            <a:ext cx="612000" cy="337320"/>
          </a:xfrm>
          <a:prstGeom prst="rect">
            <a:avLst/>
          </a:prstGeom>
          <a:noFill/>
          <a:ln w="0">
            <a:noFill/>
          </a:ln>
        </p:spPr>
      </p:sp>
      <p:pic>
        <p:nvPicPr>
          <p:cNvPr id="171" name="" descr=""/>
          <p:cNvPicPr/>
          <p:nvPr/>
        </p:nvPicPr>
        <p:blipFill>
          <a:blip r:embed="rId3"/>
          <a:stretch/>
        </p:blipFill>
        <p:spPr>
          <a:xfrm>
            <a:off x="522000" y="1260000"/>
            <a:ext cx="11142000" cy="5328000"/>
          </a:xfrm>
          <a:prstGeom prst="rect">
            <a:avLst/>
          </a:prstGeom>
          <a:ln w="10800">
            <a:solidFill>
              <a:srgbClr val="d8e2ea"/>
            </a:solidFill>
            <a:round/>
          </a:ln>
        </p:spPr>
      </p:pic>
      <p:sp>
        <p:nvSpPr>
          <p:cNvPr id="172" name=""/>
          <p:cNvSpPr/>
          <p:nvPr/>
        </p:nvSpPr>
        <p:spPr>
          <a:xfrm>
            <a:off x="640800" y="6048000"/>
            <a:ext cx="1224000" cy="237600"/>
          </a:xfrm>
          <a:prstGeom prst="roundRect">
            <a:avLst/>
          </a:prstGeom>
          <a:solidFill>
            <a:srgbClr val="7e3e98"/>
          </a:solidFill>
          <a:ln w="0">
            <a:noFill/>
          </a:ln>
        </p:spPr>
      </p:sp>
      <p:sp>
        <p:nvSpPr>
          <p:cNvPr id="173" name=""/>
          <p:cNvSpPr txBox="1"/>
          <p:nvPr/>
        </p:nvSpPr>
        <p:spPr>
          <a:xfrm>
            <a:off x="676800" y="6066000"/>
            <a:ext cx="1152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74" name=""/>
          <p:cNvSpPr/>
          <p:nvPr/>
        </p:nvSpPr>
        <p:spPr>
          <a:xfrm>
            <a:off x="1926000" y="6048000"/>
            <a:ext cx="1224000" cy="237600"/>
          </a:xfrm>
          <a:prstGeom prst="roundRect">
            <a:avLst/>
          </a:prstGeom>
          <a:solidFill>
            <a:srgbClr val="19b7c9"/>
          </a:solidFill>
          <a:ln w="0">
            <a:noFill/>
          </a:ln>
        </p:spPr>
      </p:sp>
      <p:sp>
        <p:nvSpPr>
          <p:cNvPr id="175" name=""/>
          <p:cNvSpPr txBox="1"/>
          <p:nvPr/>
        </p:nvSpPr>
        <p:spPr>
          <a:xfrm>
            <a:off x="1962000" y="6066000"/>
            <a:ext cx="1152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76" name=""/>
          <p:cNvSpPr/>
          <p:nvPr/>
        </p:nvSpPr>
        <p:spPr>
          <a:xfrm>
            <a:off x="3211200" y="6048000"/>
            <a:ext cx="1224000" cy="237600"/>
          </a:xfrm>
          <a:prstGeom prst="roundRect">
            <a:avLst/>
          </a:prstGeom>
          <a:solidFill>
            <a:srgbClr val="2a9d66"/>
          </a:solidFill>
          <a:ln w="0">
            <a:noFill/>
          </a:ln>
        </p:spPr>
      </p:sp>
      <p:sp>
        <p:nvSpPr>
          <p:cNvPr id="177" name=""/>
          <p:cNvSpPr txBox="1"/>
          <p:nvPr/>
        </p:nvSpPr>
        <p:spPr>
          <a:xfrm>
            <a:off x="3247200" y="6066000"/>
            <a:ext cx="1152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78" name=""/>
          <p:cNvSpPr/>
          <p:nvPr/>
        </p:nvSpPr>
        <p:spPr>
          <a:xfrm>
            <a:off x="4496400" y="6048000"/>
            <a:ext cx="1224000" cy="237600"/>
          </a:xfrm>
          <a:prstGeom prst="roundRect">
            <a:avLst/>
          </a:prstGeom>
          <a:solidFill>
            <a:srgbClr val="d94949"/>
          </a:solidFill>
          <a:ln w="0">
            <a:noFill/>
          </a:ln>
        </p:spPr>
      </p:sp>
      <p:sp>
        <p:nvSpPr>
          <p:cNvPr id="179" name=""/>
          <p:cNvSpPr txBox="1"/>
          <p:nvPr/>
        </p:nvSpPr>
        <p:spPr>
          <a:xfrm>
            <a:off x="4532400" y="6066000"/>
            <a:ext cx="1152000" cy="337320"/>
          </a:xfrm>
          <a:prstGeom prst="rect">
            <a:avLst/>
          </a:prstGeom>
          <a:noFill/>
          <a:ln w="0">
            <a:noFill/>
          </a:ln>
        </p:spPr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81" name=""/>
          <p:cNvSpPr txBox="1"/>
          <p:nvPr/>
        </p:nvSpPr>
        <p:spPr>
          <a:xfrm>
            <a:off x="11646000" y="6516000"/>
            <a:ext cx="306000" cy="337320"/>
          </a:xfrm>
          <a:prstGeom prst="rect">
            <a:avLst/>
          </a:prstGeom>
          <a:noFill/>
          <a:ln w="0">
            <a:noFill/>
          </a:ln>
        </p:spPr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230400" y="90000"/>
            <a:ext cx="1476000" cy="338400"/>
          </a:xfrm>
          <a:prstGeom prst="rect">
            <a:avLst/>
          </a:prstGeom>
          <a:ln w="0">
            <a:noFill/>
          </a:ln>
        </p:spPr>
      </p:pic>
      <p:pic>
        <p:nvPicPr>
          <p:cNvPr id="183" name="" descr=""/>
          <p:cNvPicPr/>
          <p:nvPr/>
        </p:nvPicPr>
        <p:blipFill>
          <a:blip r:embed="rId2"/>
          <a:stretch/>
        </p:blipFill>
        <p:spPr>
          <a:xfrm>
            <a:off x="10638000" y="108000"/>
            <a:ext cx="1044000" cy="455400"/>
          </a:xfrm>
          <a:prstGeom prst="rect">
            <a:avLst/>
          </a:prstGeom>
          <a:ln w="0">
            <a:noFill/>
          </a:ln>
        </p:spPr>
      </p:pic>
      <p:sp>
        <p:nvSpPr>
          <p:cNvPr id="184" name=""/>
          <p:cNvSpPr txBox="1"/>
          <p:nvPr/>
        </p:nvSpPr>
        <p:spPr>
          <a:xfrm>
            <a:off x="522000" y="342000"/>
            <a:ext cx="9648000" cy="432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85" name=""/>
          <p:cNvSpPr/>
          <p:nvPr/>
        </p:nvSpPr>
        <p:spPr>
          <a:xfrm>
            <a:off x="522000" y="799200"/>
            <a:ext cx="450000" cy="34200"/>
          </a:xfrm>
          <a:prstGeom prst="rect">
            <a:avLst/>
          </a:prstGeom>
          <a:solidFill>
            <a:srgbClr val="f39a22"/>
          </a:solidFill>
          <a:ln w="0">
            <a:noFill/>
          </a:ln>
        </p:spPr>
      </p:sp>
      <p:sp>
        <p:nvSpPr>
          <p:cNvPr id="186" name=""/>
          <p:cNvSpPr txBox="1"/>
          <p:nvPr/>
        </p:nvSpPr>
        <p:spPr>
          <a:xfrm>
            <a:off x="522000" y="871200"/>
            <a:ext cx="1026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87" name=""/>
          <p:cNvSpPr txBox="1"/>
          <p:nvPr/>
        </p:nvSpPr>
        <p:spPr>
          <a:xfrm>
            <a:off x="10872000" y="352800"/>
            <a:ext cx="612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88" name=""/>
          <p:cNvSpPr/>
          <p:nvPr/>
        </p:nvSpPr>
        <p:spPr>
          <a:xfrm>
            <a:off x="540000" y="1314000"/>
            <a:ext cx="5166000" cy="4356000"/>
          </a:xfrm>
          <a:prstGeom prst="roundRect">
            <a:avLst/>
          </a:prstGeom>
          <a:solidFill>
            <a:srgbClr val="f4f7fa"/>
          </a:solidFill>
          <a:ln w="0">
            <a:noFill/>
          </a:ln>
        </p:spPr>
      </p:sp>
      <p:sp>
        <p:nvSpPr>
          <p:cNvPr id="189" name=""/>
          <p:cNvSpPr txBox="1"/>
          <p:nvPr/>
        </p:nvSpPr>
        <p:spPr>
          <a:xfrm>
            <a:off x="846000" y="1602000"/>
            <a:ext cx="453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90" name=""/>
          <p:cNvSpPr txBox="1"/>
          <p:nvPr/>
        </p:nvSpPr>
        <p:spPr>
          <a:xfrm>
            <a:off x="846000" y="2106000"/>
            <a:ext cx="453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91" name=""/>
          <p:cNvSpPr/>
          <p:nvPr/>
        </p:nvSpPr>
        <p:spPr>
          <a:xfrm>
            <a:off x="1044000" y="2646000"/>
            <a:ext cx="4032000" cy="0"/>
          </a:xfrm>
          <a:prstGeom prst="line">
            <a:avLst/>
          </a:prstGeom>
          <a:ln w="10800">
            <a:solidFill>
              <a:srgbClr val="d8e2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"/>
          <p:cNvSpPr txBox="1"/>
          <p:nvPr/>
        </p:nvSpPr>
        <p:spPr>
          <a:xfrm>
            <a:off x="1008000" y="2898000"/>
            <a:ext cx="75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93" name=""/>
          <p:cNvSpPr/>
          <p:nvPr/>
        </p:nvSpPr>
        <p:spPr>
          <a:xfrm>
            <a:off x="1872000" y="3016800"/>
            <a:ext cx="2160000" cy="104400"/>
          </a:xfrm>
          <a:prstGeom prst="roundRect">
            <a:avLst/>
          </a:prstGeom>
          <a:solidFill>
            <a:srgbClr val="19b7c9"/>
          </a:solidFill>
          <a:ln w="0">
            <a:noFill/>
          </a:ln>
        </p:spPr>
      </p:sp>
      <p:sp>
        <p:nvSpPr>
          <p:cNvPr id="194" name=""/>
          <p:cNvSpPr txBox="1"/>
          <p:nvPr/>
        </p:nvSpPr>
        <p:spPr>
          <a:xfrm>
            <a:off x="4284000" y="2923200"/>
            <a:ext cx="93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95" name=""/>
          <p:cNvSpPr txBox="1"/>
          <p:nvPr/>
        </p:nvSpPr>
        <p:spPr>
          <a:xfrm>
            <a:off x="1008000" y="3492000"/>
            <a:ext cx="75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96" name=""/>
          <p:cNvSpPr/>
          <p:nvPr/>
        </p:nvSpPr>
        <p:spPr>
          <a:xfrm>
            <a:off x="1872000" y="3610800"/>
            <a:ext cx="1836000" cy="104400"/>
          </a:xfrm>
          <a:prstGeom prst="roundRect">
            <a:avLst/>
          </a:prstGeom>
          <a:solidFill>
            <a:srgbClr val="1487c9"/>
          </a:solidFill>
          <a:ln w="0">
            <a:noFill/>
          </a:ln>
        </p:spPr>
      </p:sp>
      <p:sp>
        <p:nvSpPr>
          <p:cNvPr id="197" name=""/>
          <p:cNvSpPr txBox="1"/>
          <p:nvPr/>
        </p:nvSpPr>
        <p:spPr>
          <a:xfrm>
            <a:off x="4284000" y="3517200"/>
            <a:ext cx="93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98" name=""/>
          <p:cNvSpPr txBox="1"/>
          <p:nvPr/>
        </p:nvSpPr>
        <p:spPr>
          <a:xfrm>
            <a:off x="1008000" y="4086000"/>
            <a:ext cx="75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99" name=""/>
          <p:cNvSpPr/>
          <p:nvPr/>
        </p:nvSpPr>
        <p:spPr>
          <a:xfrm>
            <a:off x="1872000" y="4204800"/>
            <a:ext cx="1512000" cy="104400"/>
          </a:xfrm>
          <a:prstGeom prst="roundRect">
            <a:avLst/>
          </a:prstGeom>
          <a:solidFill>
            <a:srgbClr val="f39a22"/>
          </a:solidFill>
          <a:ln w="0">
            <a:noFill/>
          </a:ln>
        </p:spPr>
      </p:sp>
      <p:sp>
        <p:nvSpPr>
          <p:cNvPr id="200" name=""/>
          <p:cNvSpPr txBox="1"/>
          <p:nvPr/>
        </p:nvSpPr>
        <p:spPr>
          <a:xfrm>
            <a:off x="4284000" y="4111200"/>
            <a:ext cx="93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01" name=""/>
          <p:cNvSpPr txBox="1"/>
          <p:nvPr/>
        </p:nvSpPr>
        <p:spPr>
          <a:xfrm>
            <a:off x="1008000" y="4680000"/>
            <a:ext cx="75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02" name=""/>
          <p:cNvSpPr/>
          <p:nvPr/>
        </p:nvSpPr>
        <p:spPr>
          <a:xfrm>
            <a:off x="1872000" y="4798800"/>
            <a:ext cx="1188000" cy="104400"/>
          </a:xfrm>
          <a:prstGeom prst="roundRect">
            <a:avLst/>
          </a:prstGeom>
          <a:solidFill>
            <a:srgbClr val="d94949"/>
          </a:solidFill>
          <a:ln w="0">
            <a:noFill/>
          </a:ln>
        </p:spPr>
      </p:sp>
      <p:sp>
        <p:nvSpPr>
          <p:cNvPr id="203" name=""/>
          <p:cNvSpPr txBox="1"/>
          <p:nvPr/>
        </p:nvSpPr>
        <p:spPr>
          <a:xfrm>
            <a:off x="4284000" y="4705200"/>
            <a:ext cx="93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04" name=""/>
          <p:cNvSpPr/>
          <p:nvPr/>
        </p:nvSpPr>
        <p:spPr>
          <a:xfrm>
            <a:off x="6228000" y="1314000"/>
            <a:ext cx="5418000" cy="4356000"/>
          </a:xfrm>
          <a:prstGeom prst="roundRect">
            <a:avLst/>
          </a:prstGeom>
          <a:solidFill>
            <a:srgbClr val="173f67"/>
          </a:solidFill>
          <a:ln w="0">
            <a:noFill/>
          </a:ln>
        </p:spPr>
      </p:sp>
      <p:sp>
        <p:nvSpPr>
          <p:cNvPr id="205" name=""/>
          <p:cNvSpPr txBox="1"/>
          <p:nvPr/>
        </p:nvSpPr>
        <p:spPr>
          <a:xfrm>
            <a:off x="6624000" y="1620000"/>
            <a:ext cx="4608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06" name=""/>
          <p:cNvSpPr/>
          <p:nvPr/>
        </p:nvSpPr>
        <p:spPr>
          <a:xfrm>
            <a:off x="6624000" y="2232000"/>
            <a:ext cx="396000" cy="396000"/>
          </a:xfrm>
          <a:prstGeom prst="roundRect">
            <a:avLst/>
          </a:prstGeom>
          <a:solidFill>
            <a:srgbClr val="f39a22"/>
          </a:solidFill>
          <a:ln w="0">
            <a:noFill/>
          </a:ln>
        </p:spPr>
      </p:sp>
      <p:sp>
        <p:nvSpPr>
          <p:cNvPr id="207" name=""/>
          <p:cNvSpPr txBox="1"/>
          <p:nvPr/>
        </p:nvSpPr>
        <p:spPr>
          <a:xfrm>
            <a:off x="6624000" y="2232000"/>
            <a:ext cx="396000" cy="396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08" name=""/>
          <p:cNvSpPr txBox="1"/>
          <p:nvPr/>
        </p:nvSpPr>
        <p:spPr>
          <a:xfrm>
            <a:off x="7272000" y="2203200"/>
            <a:ext cx="162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09" name=""/>
          <p:cNvSpPr txBox="1"/>
          <p:nvPr/>
        </p:nvSpPr>
        <p:spPr>
          <a:xfrm>
            <a:off x="7272000" y="2466000"/>
            <a:ext cx="360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0" name=""/>
          <p:cNvSpPr/>
          <p:nvPr/>
        </p:nvSpPr>
        <p:spPr>
          <a:xfrm>
            <a:off x="6624000" y="2970000"/>
            <a:ext cx="396000" cy="396000"/>
          </a:xfrm>
          <a:prstGeom prst="roundRect">
            <a:avLst/>
          </a:prstGeom>
          <a:solidFill>
            <a:srgbClr val="1487c9"/>
          </a:solidFill>
          <a:ln w="0">
            <a:noFill/>
          </a:ln>
        </p:spPr>
      </p:sp>
      <p:sp>
        <p:nvSpPr>
          <p:cNvPr id="211" name=""/>
          <p:cNvSpPr txBox="1"/>
          <p:nvPr/>
        </p:nvSpPr>
        <p:spPr>
          <a:xfrm>
            <a:off x="6624000" y="2970000"/>
            <a:ext cx="396000" cy="396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2" name=""/>
          <p:cNvSpPr txBox="1"/>
          <p:nvPr/>
        </p:nvSpPr>
        <p:spPr>
          <a:xfrm>
            <a:off x="7272000" y="2941200"/>
            <a:ext cx="162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3" name=""/>
          <p:cNvSpPr txBox="1"/>
          <p:nvPr/>
        </p:nvSpPr>
        <p:spPr>
          <a:xfrm>
            <a:off x="7272000" y="3204000"/>
            <a:ext cx="360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4" name=""/>
          <p:cNvSpPr/>
          <p:nvPr/>
        </p:nvSpPr>
        <p:spPr>
          <a:xfrm>
            <a:off x="6624000" y="3708000"/>
            <a:ext cx="396000" cy="396000"/>
          </a:xfrm>
          <a:prstGeom prst="roundRect">
            <a:avLst/>
          </a:prstGeom>
          <a:solidFill>
            <a:srgbClr val="1487c9"/>
          </a:solidFill>
          <a:ln w="0">
            <a:noFill/>
          </a:ln>
        </p:spPr>
      </p:sp>
      <p:sp>
        <p:nvSpPr>
          <p:cNvPr id="215" name=""/>
          <p:cNvSpPr txBox="1"/>
          <p:nvPr/>
        </p:nvSpPr>
        <p:spPr>
          <a:xfrm>
            <a:off x="6624000" y="3708000"/>
            <a:ext cx="396000" cy="396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6" name=""/>
          <p:cNvSpPr txBox="1"/>
          <p:nvPr/>
        </p:nvSpPr>
        <p:spPr>
          <a:xfrm>
            <a:off x="7272000" y="3679200"/>
            <a:ext cx="162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7" name=""/>
          <p:cNvSpPr txBox="1"/>
          <p:nvPr/>
        </p:nvSpPr>
        <p:spPr>
          <a:xfrm>
            <a:off x="7272000" y="3942000"/>
            <a:ext cx="360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8" name=""/>
          <p:cNvSpPr/>
          <p:nvPr/>
        </p:nvSpPr>
        <p:spPr>
          <a:xfrm>
            <a:off x="6624000" y="4446000"/>
            <a:ext cx="396000" cy="396000"/>
          </a:xfrm>
          <a:prstGeom prst="roundRect">
            <a:avLst/>
          </a:prstGeom>
          <a:solidFill>
            <a:srgbClr val="1487c9"/>
          </a:solidFill>
          <a:ln w="0">
            <a:noFill/>
          </a:ln>
        </p:spPr>
      </p:sp>
      <p:sp>
        <p:nvSpPr>
          <p:cNvPr id="219" name=""/>
          <p:cNvSpPr txBox="1"/>
          <p:nvPr/>
        </p:nvSpPr>
        <p:spPr>
          <a:xfrm>
            <a:off x="6624000" y="4446000"/>
            <a:ext cx="396000" cy="396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20" name=""/>
          <p:cNvSpPr txBox="1"/>
          <p:nvPr/>
        </p:nvSpPr>
        <p:spPr>
          <a:xfrm>
            <a:off x="7272000" y="4417200"/>
            <a:ext cx="162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21" name=""/>
          <p:cNvSpPr txBox="1"/>
          <p:nvPr/>
        </p:nvSpPr>
        <p:spPr>
          <a:xfrm>
            <a:off x="7272000" y="4680000"/>
            <a:ext cx="3600000" cy="337320"/>
          </a:xfrm>
          <a:prstGeom prst="rect">
            <a:avLst/>
          </a:prstGeom>
          <a:noFill/>
          <a:ln w="0">
            <a:noFill/>
          </a:ln>
        </p:spPr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23" name=""/>
          <p:cNvSpPr txBox="1"/>
          <p:nvPr/>
        </p:nvSpPr>
        <p:spPr>
          <a:xfrm>
            <a:off x="11646000" y="6516000"/>
            <a:ext cx="306000" cy="337320"/>
          </a:xfrm>
          <a:prstGeom prst="rect">
            <a:avLst/>
          </a:prstGeom>
          <a:noFill/>
          <a:ln w="0">
            <a:noFill/>
          </a:ln>
        </p:spPr>
      </p:sp>
      <p:pic>
        <p:nvPicPr>
          <p:cNvPr id="224" name="" descr=""/>
          <p:cNvPicPr/>
          <p:nvPr/>
        </p:nvPicPr>
        <p:blipFill>
          <a:blip r:embed="rId1"/>
          <a:stretch/>
        </p:blipFill>
        <p:spPr>
          <a:xfrm>
            <a:off x="230400" y="90000"/>
            <a:ext cx="1476000" cy="338400"/>
          </a:xfrm>
          <a:prstGeom prst="rect">
            <a:avLst/>
          </a:prstGeom>
          <a:ln w="0">
            <a:noFill/>
          </a:ln>
        </p:spPr>
      </p:pic>
      <p:pic>
        <p:nvPicPr>
          <p:cNvPr id="225" name="" descr=""/>
          <p:cNvPicPr/>
          <p:nvPr/>
        </p:nvPicPr>
        <p:blipFill>
          <a:blip r:embed="rId2"/>
          <a:stretch/>
        </p:blipFill>
        <p:spPr>
          <a:xfrm>
            <a:off x="10638000" y="108000"/>
            <a:ext cx="1044000" cy="455400"/>
          </a:xfrm>
          <a:prstGeom prst="rect">
            <a:avLst/>
          </a:prstGeom>
          <a:ln w="0">
            <a:noFill/>
          </a:ln>
        </p:spPr>
      </p:pic>
      <p:sp>
        <p:nvSpPr>
          <p:cNvPr id="226" name=""/>
          <p:cNvSpPr txBox="1"/>
          <p:nvPr/>
        </p:nvSpPr>
        <p:spPr>
          <a:xfrm>
            <a:off x="522000" y="342000"/>
            <a:ext cx="9648000" cy="432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27" name=""/>
          <p:cNvSpPr/>
          <p:nvPr/>
        </p:nvSpPr>
        <p:spPr>
          <a:xfrm>
            <a:off x="522000" y="799200"/>
            <a:ext cx="450000" cy="34200"/>
          </a:xfrm>
          <a:prstGeom prst="rect">
            <a:avLst/>
          </a:prstGeom>
          <a:solidFill>
            <a:srgbClr val="f39a22"/>
          </a:solidFill>
          <a:ln w="0">
            <a:noFill/>
          </a:ln>
        </p:spPr>
      </p:sp>
      <p:sp>
        <p:nvSpPr>
          <p:cNvPr id="228" name=""/>
          <p:cNvSpPr txBox="1"/>
          <p:nvPr/>
        </p:nvSpPr>
        <p:spPr>
          <a:xfrm>
            <a:off x="522000" y="871200"/>
            <a:ext cx="1026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29" name=""/>
          <p:cNvSpPr txBox="1"/>
          <p:nvPr/>
        </p:nvSpPr>
        <p:spPr>
          <a:xfrm>
            <a:off x="10872000" y="352800"/>
            <a:ext cx="612000" cy="337320"/>
          </a:xfrm>
          <a:prstGeom prst="rect">
            <a:avLst/>
          </a:prstGeom>
          <a:noFill/>
          <a:ln w="0">
            <a:noFill/>
          </a:ln>
        </p:spPr>
      </p:sp>
      <p:pic>
        <p:nvPicPr>
          <p:cNvPr id="230" name="" descr=""/>
          <p:cNvPicPr/>
          <p:nvPr/>
        </p:nvPicPr>
        <p:blipFill>
          <a:blip r:embed="rId3"/>
          <a:stretch/>
        </p:blipFill>
        <p:spPr>
          <a:xfrm>
            <a:off x="522000" y="1152000"/>
            <a:ext cx="11142000" cy="5238000"/>
          </a:xfrm>
          <a:prstGeom prst="rect">
            <a:avLst/>
          </a:prstGeom>
          <a:ln w="10800">
            <a:solidFill>
              <a:srgbClr val="d8e2ea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32" name=""/>
          <p:cNvSpPr txBox="1"/>
          <p:nvPr/>
        </p:nvSpPr>
        <p:spPr>
          <a:xfrm>
            <a:off x="11646000" y="6516000"/>
            <a:ext cx="306000" cy="337320"/>
          </a:xfrm>
          <a:prstGeom prst="rect">
            <a:avLst/>
          </a:prstGeom>
          <a:noFill/>
          <a:ln w="0">
            <a:noFill/>
          </a:ln>
        </p:spPr>
      </p:sp>
      <p:pic>
        <p:nvPicPr>
          <p:cNvPr id="233" name="" descr=""/>
          <p:cNvPicPr/>
          <p:nvPr/>
        </p:nvPicPr>
        <p:blipFill>
          <a:blip r:embed="rId1"/>
          <a:stretch/>
        </p:blipFill>
        <p:spPr>
          <a:xfrm>
            <a:off x="230400" y="90000"/>
            <a:ext cx="1476000" cy="338400"/>
          </a:xfrm>
          <a:prstGeom prst="rect">
            <a:avLst/>
          </a:prstGeom>
          <a:ln w="0">
            <a:noFill/>
          </a:ln>
        </p:spPr>
      </p:pic>
      <p:pic>
        <p:nvPicPr>
          <p:cNvPr id="234" name="" descr=""/>
          <p:cNvPicPr/>
          <p:nvPr/>
        </p:nvPicPr>
        <p:blipFill>
          <a:blip r:embed="rId2"/>
          <a:stretch/>
        </p:blipFill>
        <p:spPr>
          <a:xfrm>
            <a:off x="10638000" y="108000"/>
            <a:ext cx="1044000" cy="455400"/>
          </a:xfrm>
          <a:prstGeom prst="rect">
            <a:avLst/>
          </a:prstGeom>
          <a:ln w="0">
            <a:noFill/>
          </a:ln>
        </p:spPr>
      </p:pic>
      <p:sp>
        <p:nvSpPr>
          <p:cNvPr id="235" name=""/>
          <p:cNvSpPr txBox="1"/>
          <p:nvPr/>
        </p:nvSpPr>
        <p:spPr>
          <a:xfrm>
            <a:off x="522000" y="342000"/>
            <a:ext cx="9648000" cy="432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36" name=""/>
          <p:cNvSpPr/>
          <p:nvPr/>
        </p:nvSpPr>
        <p:spPr>
          <a:xfrm>
            <a:off x="522000" y="799200"/>
            <a:ext cx="450000" cy="34200"/>
          </a:xfrm>
          <a:prstGeom prst="rect">
            <a:avLst/>
          </a:prstGeom>
          <a:solidFill>
            <a:srgbClr val="f39a22"/>
          </a:solidFill>
          <a:ln w="0">
            <a:noFill/>
          </a:ln>
        </p:spPr>
      </p:sp>
      <p:sp>
        <p:nvSpPr>
          <p:cNvPr id="237" name=""/>
          <p:cNvSpPr txBox="1"/>
          <p:nvPr/>
        </p:nvSpPr>
        <p:spPr>
          <a:xfrm>
            <a:off x="522000" y="871200"/>
            <a:ext cx="1026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38" name=""/>
          <p:cNvSpPr txBox="1"/>
          <p:nvPr/>
        </p:nvSpPr>
        <p:spPr>
          <a:xfrm>
            <a:off x="10872000" y="352800"/>
            <a:ext cx="612000" cy="337320"/>
          </a:xfrm>
          <a:prstGeom prst="rect">
            <a:avLst/>
          </a:prstGeom>
          <a:noFill/>
          <a:ln w="0">
            <a:noFill/>
          </a:ln>
        </p:spPr>
      </p:sp>
      <p:pic>
        <p:nvPicPr>
          <p:cNvPr id="239" name="" descr=""/>
          <p:cNvPicPr/>
          <p:nvPr/>
        </p:nvPicPr>
        <p:blipFill>
          <a:blip r:embed="rId3"/>
          <a:stretch/>
        </p:blipFill>
        <p:spPr>
          <a:xfrm>
            <a:off x="432000" y="1260000"/>
            <a:ext cx="11340000" cy="4482000"/>
          </a:xfrm>
          <a:prstGeom prst="rect">
            <a:avLst/>
          </a:prstGeom>
          <a:ln w="10800">
            <a:solidFill>
              <a:srgbClr val="d8e2ea"/>
            </a:solidFill>
            <a:round/>
          </a:ln>
        </p:spPr>
      </p:pic>
      <p:sp>
        <p:nvSpPr>
          <p:cNvPr id="240" name=""/>
          <p:cNvSpPr/>
          <p:nvPr/>
        </p:nvSpPr>
        <p:spPr>
          <a:xfrm>
            <a:off x="756000" y="5850000"/>
            <a:ext cx="2376000" cy="738000"/>
          </a:xfrm>
          <a:prstGeom prst="roundRect">
            <a:avLst/>
          </a:prstGeom>
          <a:solidFill>
            <a:srgbClr val="f4f7fa"/>
          </a:solidFill>
          <a:ln w="0">
            <a:noFill/>
          </a:ln>
        </p:spPr>
      </p:sp>
      <p:sp>
        <p:nvSpPr>
          <p:cNvPr id="241" name=""/>
          <p:cNvSpPr/>
          <p:nvPr/>
        </p:nvSpPr>
        <p:spPr>
          <a:xfrm>
            <a:off x="756000" y="5850000"/>
            <a:ext cx="39600" cy="738000"/>
          </a:xfrm>
          <a:prstGeom prst="roundRect">
            <a:avLst/>
          </a:prstGeom>
          <a:solidFill>
            <a:srgbClr val="1487c9"/>
          </a:solidFill>
          <a:ln w="0">
            <a:noFill/>
          </a:ln>
        </p:spPr>
      </p:sp>
      <p:sp>
        <p:nvSpPr>
          <p:cNvPr id="242" name=""/>
          <p:cNvSpPr txBox="1"/>
          <p:nvPr/>
        </p:nvSpPr>
        <p:spPr>
          <a:xfrm>
            <a:off x="892800" y="5929200"/>
            <a:ext cx="2167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3" name=""/>
          <p:cNvSpPr txBox="1"/>
          <p:nvPr/>
        </p:nvSpPr>
        <p:spPr>
          <a:xfrm>
            <a:off x="896400" y="6238800"/>
            <a:ext cx="2167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4" name=""/>
          <p:cNvSpPr/>
          <p:nvPr/>
        </p:nvSpPr>
        <p:spPr>
          <a:xfrm>
            <a:off x="3456000" y="5850000"/>
            <a:ext cx="2376000" cy="738000"/>
          </a:xfrm>
          <a:prstGeom prst="roundRect">
            <a:avLst/>
          </a:prstGeom>
          <a:solidFill>
            <a:srgbClr val="f4f7fa"/>
          </a:solidFill>
          <a:ln w="0">
            <a:noFill/>
          </a:ln>
        </p:spPr>
      </p:sp>
      <p:sp>
        <p:nvSpPr>
          <p:cNvPr id="245" name=""/>
          <p:cNvSpPr/>
          <p:nvPr/>
        </p:nvSpPr>
        <p:spPr>
          <a:xfrm>
            <a:off x="3456000" y="5850000"/>
            <a:ext cx="39600" cy="738000"/>
          </a:xfrm>
          <a:prstGeom prst="roundRect">
            <a:avLst/>
          </a:prstGeom>
          <a:solidFill>
            <a:srgbClr val="19b7c9"/>
          </a:solidFill>
          <a:ln w="0">
            <a:noFill/>
          </a:ln>
        </p:spPr>
      </p:sp>
      <p:sp>
        <p:nvSpPr>
          <p:cNvPr id="246" name=""/>
          <p:cNvSpPr txBox="1"/>
          <p:nvPr/>
        </p:nvSpPr>
        <p:spPr>
          <a:xfrm>
            <a:off x="3592800" y="5929200"/>
            <a:ext cx="2167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7" name=""/>
          <p:cNvSpPr txBox="1"/>
          <p:nvPr/>
        </p:nvSpPr>
        <p:spPr>
          <a:xfrm>
            <a:off x="3596400" y="6238800"/>
            <a:ext cx="2167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8" name=""/>
          <p:cNvSpPr/>
          <p:nvPr/>
        </p:nvSpPr>
        <p:spPr>
          <a:xfrm>
            <a:off x="6156000" y="5850000"/>
            <a:ext cx="2376000" cy="738000"/>
          </a:xfrm>
          <a:prstGeom prst="roundRect">
            <a:avLst/>
          </a:prstGeom>
          <a:solidFill>
            <a:srgbClr val="f4f7fa"/>
          </a:solidFill>
          <a:ln w="0">
            <a:noFill/>
          </a:ln>
        </p:spPr>
      </p:sp>
      <p:sp>
        <p:nvSpPr>
          <p:cNvPr id="249" name=""/>
          <p:cNvSpPr/>
          <p:nvPr/>
        </p:nvSpPr>
        <p:spPr>
          <a:xfrm>
            <a:off x="6156000" y="5850000"/>
            <a:ext cx="39600" cy="738000"/>
          </a:xfrm>
          <a:prstGeom prst="roundRect">
            <a:avLst/>
          </a:prstGeom>
          <a:solidFill>
            <a:srgbClr val="2a9d66"/>
          </a:solidFill>
          <a:ln w="0">
            <a:noFill/>
          </a:ln>
        </p:spPr>
      </p:sp>
      <p:sp>
        <p:nvSpPr>
          <p:cNvPr id="250" name=""/>
          <p:cNvSpPr txBox="1"/>
          <p:nvPr/>
        </p:nvSpPr>
        <p:spPr>
          <a:xfrm>
            <a:off x="6292800" y="5929200"/>
            <a:ext cx="2167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51" name=""/>
          <p:cNvSpPr txBox="1"/>
          <p:nvPr/>
        </p:nvSpPr>
        <p:spPr>
          <a:xfrm>
            <a:off x="6296400" y="6238800"/>
            <a:ext cx="2167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52" name=""/>
          <p:cNvSpPr/>
          <p:nvPr/>
        </p:nvSpPr>
        <p:spPr>
          <a:xfrm>
            <a:off x="8856000" y="5850000"/>
            <a:ext cx="2376000" cy="738000"/>
          </a:xfrm>
          <a:prstGeom prst="roundRect">
            <a:avLst/>
          </a:prstGeom>
          <a:solidFill>
            <a:srgbClr val="f4f7fa"/>
          </a:solidFill>
          <a:ln w="0">
            <a:noFill/>
          </a:ln>
        </p:spPr>
      </p:sp>
      <p:sp>
        <p:nvSpPr>
          <p:cNvPr id="253" name=""/>
          <p:cNvSpPr/>
          <p:nvPr/>
        </p:nvSpPr>
        <p:spPr>
          <a:xfrm>
            <a:off x="8856000" y="5850000"/>
            <a:ext cx="39600" cy="738000"/>
          </a:xfrm>
          <a:prstGeom prst="roundRect">
            <a:avLst/>
          </a:prstGeom>
          <a:solidFill>
            <a:srgbClr val="f39a22"/>
          </a:solidFill>
          <a:ln w="0">
            <a:noFill/>
          </a:ln>
        </p:spPr>
      </p:sp>
      <p:sp>
        <p:nvSpPr>
          <p:cNvPr id="254" name=""/>
          <p:cNvSpPr txBox="1"/>
          <p:nvPr/>
        </p:nvSpPr>
        <p:spPr>
          <a:xfrm>
            <a:off x="8992800" y="5929200"/>
            <a:ext cx="21672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55" name=""/>
          <p:cNvSpPr txBox="1"/>
          <p:nvPr/>
        </p:nvSpPr>
        <p:spPr>
          <a:xfrm>
            <a:off x="8996400" y="6238800"/>
            <a:ext cx="2167200" cy="337320"/>
          </a:xfrm>
          <a:prstGeom prst="rect">
            <a:avLst/>
          </a:prstGeom>
          <a:noFill/>
          <a:ln w="0">
            <a:noFill/>
          </a:ln>
        </p:spPr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57" name=""/>
          <p:cNvSpPr txBox="1"/>
          <p:nvPr/>
        </p:nvSpPr>
        <p:spPr>
          <a:xfrm>
            <a:off x="11646000" y="6516000"/>
            <a:ext cx="306000" cy="337320"/>
          </a:xfrm>
          <a:prstGeom prst="rect">
            <a:avLst/>
          </a:prstGeom>
          <a:noFill/>
          <a:ln w="0">
            <a:noFill/>
          </a:ln>
        </p:spPr>
      </p:sp>
      <p:pic>
        <p:nvPicPr>
          <p:cNvPr id="258" name="" descr=""/>
          <p:cNvPicPr/>
          <p:nvPr/>
        </p:nvPicPr>
        <p:blipFill>
          <a:blip r:embed="rId1"/>
          <a:stretch/>
        </p:blipFill>
        <p:spPr>
          <a:xfrm>
            <a:off x="230400" y="90000"/>
            <a:ext cx="1476000" cy="338400"/>
          </a:xfrm>
          <a:prstGeom prst="rect">
            <a:avLst/>
          </a:prstGeom>
          <a:ln w="0">
            <a:noFill/>
          </a:ln>
        </p:spPr>
      </p:pic>
      <p:pic>
        <p:nvPicPr>
          <p:cNvPr id="259" name="" descr=""/>
          <p:cNvPicPr/>
          <p:nvPr/>
        </p:nvPicPr>
        <p:blipFill>
          <a:blip r:embed="rId2"/>
          <a:stretch/>
        </p:blipFill>
        <p:spPr>
          <a:xfrm>
            <a:off x="10638000" y="108000"/>
            <a:ext cx="1044000" cy="455400"/>
          </a:xfrm>
          <a:prstGeom prst="rect">
            <a:avLst/>
          </a:prstGeom>
          <a:ln w="0">
            <a:noFill/>
          </a:ln>
        </p:spPr>
      </p:pic>
      <p:sp>
        <p:nvSpPr>
          <p:cNvPr id="260" name=""/>
          <p:cNvSpPr txBox="1"/>
          <p:nvPr/>
        </p:nvSpPr>
        <p:spPr>
          <a:xfrm>
            <a:off x="522000" y="342000"/>
            <a:ext cx="9648000" cy="432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61" name=""/>
          <p:cNvSpPr/>
          <p:nvPr/>
        </p:nvSpPr>
        <p:spPr>
          <a:xfrm>
            <a:off x="522000" y="799200"/>
            <a:ext cx="450000" cy="34200"/>
          </a:xfrm>
          <a:prstGeom prst="rect">
            <a:avLst/>
          </a:prstGeom>
          <a:solidFill>
            <a:srgbClr val="f39a22"/>
          </a:solidFill>
          <a:ln w="0">
            <a:noFill/>
          </a:ln>
        </p:spPr>
      </p:sp>
      <p:sp>
        <p:nvSpPr>
          <p:cNvPr id="262" name=""/>
          <p:cNvSpPr txBox="1"/>
          <p:nvPr/>
        </p:nvSpPr>
        <p:spPr>
          <a:xfrm>
            <a:off x="522000" y="871200"/>
            <a:ext cx="1026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63" name=""/>
          <p:cNvSpPr txBox="1"/>
          <p:nvPr/>
        </p:nvSpPr>
        <p:spPr>
          <a:xfrm>
            <a:off x="10872000" y="352800"/>
            <a:ext cx="612000" cy="337320"/>
          </a:xfrm>
          <a:prstGeom prst="rect">
            <a:avLst/>
          </a:prstGeom>
          <a:noFill/>
          <a:ln w="0">
            <a:noFill/>
          </a:ln>
        </p:spPr>
      </p:sp>
      <p:pic>
        <p:nvPicPr>
          <p:cNvPr id="264" name="" descr=""/>
          <p:cNvPicPr/>
          <p:nvPr/>
        </p:nvPicPr>
        <p:blipFill>
          <a:blip r:embed="rId3"/>
          <a:stretch/>
        </p:blipFill>
        <p:spPr>
          <a:xfrm>
            <a:off x="396000" y="1260000"/>
            <a:ext cx="11412000" cy="4608000"/>
          </a:xfrm>
          <a:prstGeom prst="rect">
            <a:avLst/>
          </a:prstGeom>
          <a:ln w="10800">
            <a:solidFill>
              <a:srgbClr val="d8e2ea"/>
            </a:solidFill>
            <a:round/>
          </a:ln>
        </p:spPr>
      </p:pic>
      <p:sp>
        <p:nvSpPr>
          <p:cNvPr id="265" name=""/>
          <p:cNvSpPr/>
          <p:nvPr/>
        </p:nvSpPr>
        <p:spPr>
          <a:xfrm>
            <a:off x="900000" y="6012000"/>
            <a:ext cx="2592000" cy="237600"/>
          </a:xfrm>
          <a:prstGeom prst="roundRect">
            <a:avLst/>
          </a:prstGeom>
          <a:solidFill>
            <a:srgbClr val="eaf4fa"/>
          </a:solidFill>
          <a:ln w="0">
            <a:noFill/>
          </a:ln>
        </p:spPr>
      </p:sp>
      <p:sp>
        <p:nvSpPr>
          <p:cNvPr id="266" name=""/>
          <p:cNvSpPr txBox="1"/>
          <p:nvPr/>
        </p:nvSpPr>
        <p:spPr>
          <a:xfrm>
            <a:off x="936000" y="6030000"/>
            <a:ext cx="252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67" name=""/>
          <p:cNvSpPr/>
          <p:nvPr/>
        </p:nvSpPr>
        <p:spPr>
          <a:xfrm>
            <a:off x="3672000" y="6012000"/>
            <a:ext cx="2592000" cy="237600"/>
          </a:xfrm>
          <a:prstGeom prst="roundRect">
            <a:avLst/>
          </a:prstGeom>
          <a:solidFill>
            <a:srgbClr val="fff3e2"/>
          </a:solidFill>
          <a:ln w="0">
            <a:noFill/>
          </a:ln>
        </p:spPr>
      </p:sp>
      <p:sp>
        <p:nvSpPr>
          <p:cNvPr id="268" name=""/>
          <p:cNvSpPr txBox="1"/>
          <p:nvPr/>
        </p:nvSpPr>
        <p:spPr>
          <a:xfrm>
            <a:off x="3708000" y="6030000"/>
            <a:ext cx="252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69" name=""/>
          <p:cNvSpPr/>
          <p:nvPr/>
        </p:nvSpPr>
        <p:spPr>
          <a:xfrm>
            <a:off x="6444000" y="6012000"/>
            <a:ext cx="2592000" cy="237600"/>
          </a:xfrm>
          <a:prstGeom prst="roundRect">
            <a:avLst/>
          </a:prstGeom>
          <a:solidFill>
            <a:srgbClr val="eaf4fa"/>
          </a:solidFill>
          <a:ln w="0">
            <a:noFill/>
          </a:ln>
        </p:spPr>
      </p:sp>
      <p:sp>
        <p:nvSpPr>
          <p:cNvPr id="270" name=""/>
          <p:cNvSpPr txBox="1"/>
          <p:nvPr/>
        </p:nvSpPr>
        <p:spPr>
          <a:xfrm>
            <a:off x="6480000" y="6030000"/>
            <a:ext cx="252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71" name=""/>
          <p:cNvSpPr/>
          <p:nvPr/>
        </p:nvSpPr>
        <p:spPr>
          <a:xfrm>
            <a:off x="9216000" y="6012000"/>
            <a:ext cx="2016000" cy="237600"/>
          </a:xfrm>
          <a:prstGeom prst="roundRect">
            <a:avLst/>
          </a:prstGeom>
          <a:solidFill>
            <a:srgbClr val="173f67"/>
          </a:solidFill>
          <a:ln w="0">
            <a:noFill/>
          </a:ln>
        </p:spPr>
      </p:sp>
      <p:sp>
        <p:nvSpPr>
          <p:cNvPr id="272" name=""/>
          <p:cNvSpPr txBox="1"/>
          <p:nvPr/>
        </p:nvSpPr>
        <p:spPr>
          <a:xfrm>
            <a:off x="9252000" y="6030000"/>
            <a:ext cx="1944000" cy="337320"/>
          </a:xfrm>
          <a:prstGeom prst="rect">
            <a:avLst/>
          </a:prstGeom>
          <a:noFill/>
          <a:ln w="0">
            <a:noFill/>
          </a:ln>
        </p:spPr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73f67"/>
          </a:solidFill>
          <a:ln w="0">
            <a:noFill/>
          </a:ln>
        </p:spPr>
      </p:sp>
      <p:sp>
        <p:nvSpPr>
          <p:cNvPr id="274" name=""/>
          <p:cNvSpPr txBox="1"/>
          <p:nvPr/>
        </p:nvSpPr>
        <p:spPr>
          <a:xfrm>
            <a:off x="11646000" y="6516000"/>
            <a:ext cx="306000" cy="337320"/>
          </a:xfrm>
          <a:prstGeom prst="rect">
            <a:avLst/>
          </a:prstGeom>
          <a:noFill/>
          <a:ln w="0">
            <a:noFill/>
          </a:ln>
        </p:spPr>
      </p:sp>
      <p:pic>
        <p:nvPicPr>
          <p:cNvPr id="275" name="" descr=""/>
          <p:cNvPicPr/>
          <p:nvPr/>
        </p:nvPicPr>
        <p:blipFill>
          <a:blip r:embed="rId1"/>
          <a:stretch/>
        </p:blipFill>
        <p:spPr>
          <a:xfrm>
            <a:off x="230400" y="90000"/>
            <a:ext cx="1476000" cy="338400"/>
          </a:xfrm>
          <a:prstGeom prst="rect">
            <a:avLst/>
          </a:prstGeom>
          <a:ln w="0">
            <a:noFill/>
          </a:ln>
        </p:spPr>
      </p:pic>
      <p:pic>
        <p:nvPicPr>
          <p:cNvPr id="276" name="" descr=""/>
          <p:cNvPicPr/>
          <p:nvPr/>
        </p:nvPicPr>
        <p:blipFill>
          <a:blip r:embed="rId2"/>
          <a:stretch/>
        </p:blipFill>
        <p:spPr>
          <a:xfrm>
            <a:off x="10638000" y="108000"/>
            <a:ext cx="1044000" cy="455400"/>
          </a:xfrm>
          <a:prstGeom prst="rect">
            <a:avLst/>
          </a:prstGeom>
          <a:ln w="0">
            <a:noFill/>
          </a:ln>
        </p:spPr>
      </p:pic>
      <p:sp>
        <p:nvSpPr>
          <p:cNvPr id="277" name=""/>
          <p:cNvSpPr txBox="1"/>
          <p:nvPr/>
        </p:nvSpPr>
        <p:spPr>
          <a:xfrm>
            <a:off x="522000" y="342000"/>
            <a:ext cx="9648000" cy="432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78" name=""/>
          <p:cNvSpPr/>
          <p:nvPr/>
        </p:nvSpPr>
        <p:spPr>
          <a:xfrm>
            <a:off x="522000" y="799200"/>
            <a:ext cx="450000" cy="34200"/>
          </a:xfrm>
          <a:prstGeom prst="rect">
            <a:avLst/>
          </a:prstGeom>
          <a:solidFill>
            <a:srgbClr val="f39a22"/>
          </a:solidFill>
          <a:ln w="0">
            <a:noFill/>
          </a:ln>
        </p:spPr>
      </p:sp>
      <p:sp>
        <p:nvSpPr>
          <p:cNvPr id="279" name=""/>
          <p:cNvSpPr txBox="1"/>
          <p:nvPr/>
        </p:nvSpPr>
        <p:spPr>
          <a:xfrm>
            <a:off x="522000" y="871200"/>
            <a:ext cx="1026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80" name=""/>
          <p:cNvSpPr txBox="1"/>
          <p:nvPr/>
        </p:nvSpPr>
        <p:spPr>
          <a:xfrm>
            <a:off x="10872000" y="352800"/>
            <a:ext cx="612000" cy="337320"/>
          </a:xfrm>
          <a:prstGeom prst="rect">
            <a:avLst/>
          </a:prstGeom>
          <a:noFill/>
          <a:ln w="0">
            <a:noFill/>
          </a:ln>
        </p:spPr>
      </p:sp>
      <p:pic>
        <p:nvPicPr>
          <p:cNvPr id="281" name="" descr=""/>
          <p:cNvPicPr/>
          <p:nvPr/>
        </p:nvPicPr>
        <p:blipFill>
          <a:blip r:embed="rId3"/>
          <a:stretch/>
        </p:blipFill>
        <p:spPr>
          <a:xfrm>
            <a:off x="432000" y="1404000"/>
            <a:ext cx="6912000" cy="3780000"/>
          </a:xfrm>
          <a:prstGeom prst="rect">
            <a:avLst/>
          </a:prstGeom>
          <a:ln w="0">
            <a:noFill/>
          </a:ln>
        </p:spPr>
      </p:pic>
      <p:sp>
        <p:nvSpPr>
          <p:cNvPr id="282" name=""/>
          <p:cNvSpPr txBox="1"/>
          <p:nvPr/>
        </p:nvSpPr>
        <p:spPr>
          <a:xfrm>
            <a:off x="7920000" y="1566000"/>
            <a:ext cx="3384000" cy="378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83" name=""/>
          <p:cNvSpPr txBox="1"/>
          <p:nvPr/>
        </p:nvSpPr>
        <p:spPr>
          <a:xfrm>
            <a:off x="7920000" y="2016000"/>
            <a:ext cx="3384000" cy="540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84" name=""/>
          <p:cNvSpPr txBox="1"/>
          <p:nvPr/>
        </p:nvSpPr>
        <p:spPr>
          <a:xfrm>
            <a:off x="7920000" y="2556000"/>
            <a:ext cx="3384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85" name=""/>
          <p:cNvSpPr/>
          <p:nvPr/>
        </p:nvSpPr>
        <p:spPr>
          <a:xfrm>
            <a:off x="7920000" y="3042000"/>
            <a:ext cx="3168000" cy="0"/>
          </a:xfrm>
          <a:prstGeom prst="line">
            <a:avLst/>
          </a:prstGeom>
          <a:ln w="10800">
            <a:solidFill>
              <a:srgbClr val="43627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"/>
          <p:cNvSpPr txBox="1"/>
          <p:nvPr/>
        </p:nvSpPr>
        <p:spPr>
          <a:xfrm>
            <a:off x="7920000" y="3258000"/>
            <a:ext cx="3384000" cy="378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87" name=""/>
          <p:cNvSpPr txBox="1"/>
          <p:nvPr/>
        </p:nvSpPr>
        <p:spPr>
          <a:xfrm>
            <a:off x="7920000" y="3708000"/>
            <a:ext cx="3384000" cy="540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88" name=""/>
          <p:cNvSpPr txBox="1"/>
          <p:nvPr/>
        </p:nvSpPr>
        <p:spPr>
          <a:xfrm>
            <a:off x="7920000" y="4302000"/>
            <a:ext cx="3384000" cy="414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89" name=""/>
          <p:cNvSpPr/>
          <p:nvPr/>
        </p:nvSpPr>
        <p:spPr>
          <a:xfrm>
            <a:off x="7812000" y="5004000"/>
            <a:ext cx="3600000" cy="900000"/>
          </a:xfrm>
          <a:prstGeom prst="roundRect">
            <a:avLst/>
          </a:prstGeom>
          <a:solidFill>
            <a:srgbClr val="214d76"/>
          </a:solidFill>
          <a:ln w="0">
            <a:noFill/>
          </a:ln>
        </p:spPr>
      </p:sp>
      <p:sp>
        <p:nvSpPr>
          <p:cNvPr id="290" name=""/>
          <p:cNvSpPr txBox="1"/>
          <p:nvPr/>
        </p:nvSpPr>
        <p:spPr>
          <a:xfrm>
            <a:off x="8100000" y="5184000"/>
            <a:ext cx="3024000" cy="504000"/>
          </a:xfrm>
          <a:prstGeom prst="rect">
            <a:avLst/>
          </a:prstGeom>
          <a:noFill/>
          <a:ln w="0">
            <a:noFill/>
          </a:ln>
        </p:spPr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73f67"/>
          </a:solidFill>
          <a:ln w="0">
            <a:noFill/>
          </a:ln>
        </p:spPr>
      </p:sp>
      <p:pic>
        <p:nvPicPr>
          <p:cNvPr id="292" name="" descr=""/>
          <p:cNvPicPr/>
          <p:nvPr/>
        </p:nvPicPr>
        <p:blipFill>
          <a:blip r:embed="rId1"/>
          <a:stretch/>
        </p:blipFill>
        <p:spPr>
          <a:xfrm>
            <a:off x="230400" y="90000"/>
            <a:ext cx="1476000" cy="338400"/>
          </a:xfrm>
          <a:prstGeom prst="rect">
            <a:avLst/>
          </a:prstGeom>
          <a:ln w="0">
            <a:noFill/>
          </a:ln>
        </p:spPr>
      </p:pic>
      <p:pic>
        <p:nvPicPr>
          <p:cNvPr id="293" name="" descr=""/>
          <p:cNvPicPr/>
          <p:nvPr/>
        </p:nvPicPr>
        <p:blipFill>
          <a:blip r:embed="rId2"/>
          <a:stretch/>
        </p:blipFill>
        <p:spPr>
          <a:xfrm>
            <a:off x="10638000" y="108000"/>
            <a:ext cx="1044000" cy="455400"/>
          </a:xfrm>
          <a:prstGeom prst="rect">
            <a:avLst/>
          </a:prstGeom>
          <a:ln w="0">
            <a:noFill/>
          </a:ln>
        </p:spPr>
      </p:pic>
      <p:sp>
        <p:nvSpPr>
          <p:cNvPr id="294" name=""/>
          <p:cNvSpPr txBox="1"/>
          <p:nvPr/>
        </p:nvSpPr>
        <p:spPr>
          <a:xfrm>
            <a:off x="612000" y="1134000"/>
            <a:ext cx="6552000" cy="540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95" name=""/>
          <p:cNvSpPr/>
          <p:nvPr/>
        </p:nvSpPr>
        <p:spPr>
          <a:xfrm>
            <a:off x="612000" y="1782000"/>
            <a:ext cx="522000" cy="36000"/>
          </a:xfrm>
          <a:prstGeom prst="rect">
            <a:avLst/>
          </a:prstGeom>
          <a:solidFill>
            <a:srgbClr val="f39a22"/>
          </a:solidFill>
          <a:ln w="0">
            <a:noFill/>
          </a:ln>
        </p:spPr>
      </p:sp>
      <p:sp>
        <p:nvSpPr>
          <p:cNvPr id="296" name=""/>
          <p:cNvSpPr txBox="1"/>
          <p:nvPr/>
        </p:nvSpPr>
        <p:spPr>
          <a:xfrm>
            <a:off x="648000" y="2232000"/>
            <a:ext cx="432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97" name=""/>
          <p:cNvSpPr txBox="1"/>
          <p:nvPr/>
        </p:nvSpPr>
        <p:spPr>
          <a:xfrm>
            <a:off x="1296000" y="2203200"/>
            <a:ext cx="4752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98" name=""/>
          <p:cNvSpPr txBox="1"/>
          <p:nvPr/>
        </p:nvSpPr>
        <p:spPr>
          <a:xfrm>
            <a:off x="1296000" y="2512800"/>
            <a:ext cx="504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99" name=""/>
          <p:cNvSpPr txBox="1"/>
          <p:nvPr/>
        </p:nvSpPr>
        <p:spPr>
          <a:xfrm>
            <a:off x="648000" y="3258000"/>
            <a:ext cx="432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00" name=""/>
          <p:cNvSpPr txBox="1"/>
          <p:nvPr/>
        </p:nvSpPr>
        <p:spPr>
          <a:xfrm>
            <a:off x="1296000" y="3229200"/>
            <a:ext cx="4752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01" name=""/>
          <p:cNvSpPr txBox="1"/>
          <p:nvPr/>
        </p:nvSpPr>
        <p:spPr>
          <a:xfrm>
            <a:off x="1296000" y="3538800"/>
            <a:ext cx="504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02" name=""/>
          <p:cNvSpPr txBox="1"/>
          <p:nvPr/>
        </p:nvSpPr>
        <p:spPr>
          <a:xfrm>
            <a:off x="648000" y="4284000"/>
            <a:ext cx="432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03" name=""/>
          <p:cNvSpPr txBox="1"/>
          <p:nvPr/>
        </p:nvSpPr>
        <p:spPr>
          <a:xfrm>
            <a:off x="1296000" y="4255200"/>
            <a:ext cx="4752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04" name=""/>
          <p:cNvSpPr txBox="1"/>
          <p:nvPr/>
        </p:nvSpPr>
        <p:spPr>
          <a:xfrm>
            <a:off x="1296000" y="4564800"/>
            <a:ext cx="5040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05" name=""/>
          <p:cNvSpPr/>
          <p:nvPr/>
        </p:nvSpPr>
        <p:spPr>
          <a:xfrm>
            <a:off x="7380000" y="0"/>
            <a:ext cx="4812120" cy="6858000"/>
          </a:xfrm>
          <a:prstGeom prst="rect">
            <a:avLst/>
          </a:prstGeom>
          <a:solidFill>
            <a:srgbClr val="0f3154"/>
          </a:solidFill>
          <a:ln w="0">
            <a:noFill/>
          </a:ln>
        </p:spPr>
      </p:sp>
      <p:sp>
        <p:nvSpPr>
          <p:cNvPr id="306" name=""/>
          <p:cNvSpPr txBox="1"/>
          <p:nvPr/>
        </p:nvSpPr>
        <p:spPr>
          <a:xfrm>
            <a:off x="7992000" y="1170000"/>
            <a:ext cx="3312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07" name=""/>
          <p:cNvSpPr/>
          <p:nvPr/>
        </p:nvSpPr>
        <p:spPr>
          <a:xfrm>
            <a:off x="7992000" y="2016000"/>
            <a:ext cx="306000" cy="306000"/>
          </a:xfrm>
          <a:prstGeom prst="roundRect">
            <a:avLst/>
          </a:prstGeom>
          <a:solidFill>
            <a:srgbClr val="f39a22"/>
          </a:solidFill>
          <a:ln w="0">
            <a:noFill/>
          </a:ln>
        </p:spPr>
      </p:sp>
      <p:sp>
        <p:nvSpPr>
          <p:cNvPr id="308" name=""/>
          <p:cNvSpPr txBox="1"/>
          <p:nvPr/>
        </p:nvSpPr>
        <p:spPr>
          <a:xfrm>
            <a:off x="7992000" y="2016000"/>
            <a:ext cx="30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09" name=""/>
          <p:cNvSpPr txBox="1"/>
          <p:nvPr/>
        </p:nvSpPr>
        <p:spPr>
          <a:xfrm>
            <a:off x="8496000" y="2001600"/>
            <a:ext cx="273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10" name=""/>
          <p:cNvSpPr/>
          <p:nvPr/>
        </p:nvSpPr>
        <p:spPr>
          <a:xfrm>
            <a:off x="7992000" y="2772000"/>
            <a:ext cx="306000" cy="306000"/>
          </a:xfrm>
          <a:prstGeom prst="roundRect">
            <a:avLst/>
          </a:prstGeom>
          <a:solidFill>
            <a:srgbClr val="1487c9"/>
          </a:solidFill>
          <a:ln w="0">
            <a:noFill/>
          </a:ln>
        </p:spPr>
      </p:sp>
      <p:sp>
        <p:nvSpPr>
          <p:cNvPr id="311" name=""/>
          <p:cNvSpPr txBox="1"/>
          <p:nvPr/>
        </p:nvSpPr>
        <p:spPr>
          <a:xfrm>
            <a:off x="7992000" y="2772000"/>
            <a:ext cx="30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12" name=""/>
          <p:cNvSpPr txBox="1"/>
          <p:nvPr/>
        </p:nvSpPr>
        <p:spPr>
          <a:xfrm>
            <a:off x="8496000" y="2757600"/>
            <a:ext cx="273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13" name=""/>
          <p:cNvSpPr/>
          <p:nvPr/>
        </p:nvSpPr>
        <p:spPr>
          <a:xfrm>
            <a:off x="7992000" y="3528000"/>
            <a:ext cx="306000" cy="306000"/>
          </a:xfrm>
          <a:prstGeom prst="roundRect">
            <a:avLst/>
          </a:prstGeom>
          <a:solidFill>
            <a:srgbClr val="1487c9"/>
          </a:solidFill>
          <a:ln w="0">
            <a:noFill/>
          </a:ln>
        </p:spPr>
      </p:sp>
      <p:sp>
        <p:nvSpPr>
          <p:cNvPr id="314" name=""/>
          <p:cNvSpPr txBox="1"/>
          <p:nvPr/>
        </p:nvSpPr>
        <p:spPr>
          <a:xfrm>
            <a:off x="7992000" y="3528000"/>
            <a:ext cx="30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15" name=""/>
          <p:cNvSpPr txBox="1"/>
          <p:nvPr/>
        </p:nvSpPr>
        <p:spPr>
          <a:xfrm>
            <a:off x="8496000" y="3513600"/>
            <a:ext cx="273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16" name=""/>
          <p:cNvSpPr/>
          <p:nvPr/>
        </p:nvSpPr>
        <p:spPr>
          <a:xfrm>
            <a:off x="7992000" y="4284000"/>
            <a:ext cx="306000" cy="306000"/>
          </a:xfrm>
          <a:prstGeom prst="roundRect">
            <a:avLst/>
          </a:prstGeom>
          <a:solidFill>
            <a:srgbClr val="1487c9"/>
          </a:solidFill>
          <a:ln w="0">
            <a:noFill/>
          </a:ln>
        </p:spPr>
      </p:sp>
      <p:sp>
        <p:nvSpPr>
          <p:cNvPr id="317" name=""/>
          <p:cNvSpPr txBox="1"/>
          <p:nvPr/>
        </p:nvSpPr>
        <p:spPr>
          <a:xfrm>
            <a:off x="7992000" y="4284000"/>
            <a:ext cx="30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18" name=""/>
          <p:cNvSpPr txBox="1"/>
          <p:nvPr/>
        </p:nvSpPr>
        <p:spPr>
          <a:xfrm>
            <a:off x="8496000" y="4269600"/>
            <a:ext cx="2736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19" name=""/>
          <p:cNvSpPr txBox="1"/>
          <p:nvPr/>
        </p:nvSpPr>
        <p:spPr>
          <a:xfrm>
            <a:off x="7992000" y="5472000"/>
            <a:ext cx="3348000" cy="33732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20" name=""/>
          <p:cNvSpPr txBox="1"/>
          <p:nvPr/>
        </p:nvSpPr>
        <p:spPr>
          <a:xfrm>
            <a:off x="7992000" y="5904000"/>
            <a:ext cx="3348000" cy="360000"/>
          </a:xfrm>
          <a:prstGeom prst="rect">
            <a:avLst/>
          </a:prstGeom>
          <a:noFill/>
          <a:ln w="0">
            <a:noFill/>
          </a:ln>
        </p:spPr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2026-09-10T14:10:04Z</dcterms:created>
  <dc:creator/>
  <dc:description/>
  <dc:language>en-US</dc:language>
  <cp:lastModifiedBy/>
  <dcterms:modified xsi:type="dcterms:W3CDTF">2026-09-10T14:10:05Z</dcterms:modified>
  <cp:revision>1</cp:revision>
  <dc:subject/>
  <dc:title/>
</cp:coreProperties>
</file>